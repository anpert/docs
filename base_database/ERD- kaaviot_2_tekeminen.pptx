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9" r:id="rId2"/>
    <p:sldId id="256" r:id="rId3"/>
    <p:sldId id="258" r:id="rId4"/>
    <p:sldId id="283" r:id="rId5"/>
    <p:sldId id="284" r:id="rId6"/>
    <p:sldId id="260" r:id="rId7"/>
    <p:sldId id="261" r:id="rId8"/>
    <p:sldId id="285" r:id="rId9"/>
    <p:sldId id="286" r:id="rId10"/>
    <p:sldId id="287" r:id="rId11"/>
  </p:sldIdLst>
  <p:sldSz cx="12192000" cy="6858000"/>
  <p:notesSz cx="6799263" cy="9929813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67DEC6-8DFA-4A93-B53C-A022553E9A91}" v="28" dt="2026-01-28T14:18:23.641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eematyyli 1 - Korostu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939" autoAdjust="0"/>
  </p:normalViewPr>
  <p:slideViewPr>
    <p:cSldViewPr snapToGrid="0">
      <p:cViewPr varScale="1">
        <p:scale>
          <a:sx n="116" d="100"/>
          <a:sy n="116" d="100"/>
        </p:scale>
        <p:origin x="3360" y="3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ti Perttunen" userId="3a7455b0-1bc3-4623-8e3b-ee63f6d94295" providerId="ADAL" clId="{AFBE8601-5432-42ED-91DB-3619AE26150A}"/>
    <pc:docChg chg="undo custSel addSld delSld modSld sldOrd">
      <pc:chgData name="Antti Perttunen" userId="3a7455b0-1bc3-4623-8e3b-ee63f6d94295" providerId="ADAL" clId="{AFBE8601-5432-42ED-91DB-3619AE26150A}" dt="2026-01-28T14:50:25.331" v="3158" actId="20577"/>
      <pc:docMkLst>
        <pc:docMk/>
      </pc:docMkLst>
      <pc:sldChg chg="addSp delSp modSp mod">
        <pc:chgData name="Antti Perttunen" userId="3a7455b0-1bc3-4623-8e3b-ee63f6d94295" providerId="ADAL" clId="{AFBE8601-5432-42ED-91DB-3619AE26150A}" dt="2026-01-28T13:59:13.683" v="2744" actId="478"/>
        <pc:sldMkLst>
          <pc:docMk/>
          <pc:sldMk cId="1793143133" sldId="256"/>
        </pc:sldMkLst>
        <pc:spChg chg="mod">
          <ac:chgData name="Antti Perttunen" userId="3a7455b0-1bc3-4623-8e3b-ee63f6d94295" providerId="ADAL" clId="{AFBE8601-5432-42ED-91DB-3619AE26150A}" dt="2026-01-28T11:00:39" v="426" actId="20577"/>
          <ac:spMkLst>
            <pc:docMk/>
            <pc:sldMk cId="1793143133" sldId="256"/>
            <ac:spMk id="2" creationId="{F74BCAB5-6E1C-EFAE-8D42-34ADB6F8872D}"/>
          </ac:spMkLst>
        </pc:spChg>
        <pc:spChg chg="mod">
          <ac:chgData name="Antti Perttunen" userId="3a7455b0-1bc3-4623-8e3b-ee63f6d94295" providerId="ADAL" clId="{AFBE8601-5432-42ED-91DB-3619AE26150A}" dt="2026-01-28T13:57:57.527" v="2738" actId="13926"/>
          <ac:spMkLst>
            <pc:docMk/>
            <pc:sldMk cId="1793143133" sldId="256"/>
            <ac:spMk id="3" creationId="{1F4FD878-A7C5-DCB9-464B-6DBAE6F2CD4F}"/>
          </ac:spMkLst>
        </pc:spChg>
        <pc:spChg chg="add del mod">
          <ac:chgData name="Antti Perttunen" userId="3a7455b0-1bc3-4623-8e3b-ee63f6d94295" providerId="ADAL" clId="{AFBE8601-5432-42ED-91DB-3619AE26150A}" dt="2026-01-28T13:59:13.683" v="2744" actId="478"/>
          <ac:spMkLst>
            <pc:docMk/>
            <pc:sldMk cId="1793143133" sldId="256"/>
            <ac:spMk id="7" creationId="{090DAA7B-1BF5-5FAE-798E-C2E5A78A40AD}"/>
          </ac:spMkLst>
        </pc:spChg>
        <pc:spChg chg="add del mod">
          <ac:chgData name="Antti Perttunen" userId="3a7455b0-1bc3-4623-8e3b-ee63f6d94295" providerId="ADAL" clId="{AFBE8601-5432-42ED-91DB-3619AE26150A}" dt="2026-01-28T13:59:13.683" v="2744" actId="478"/>
          <ac:spMkLst>
            <pc:docMk/>
            <pc:sldMk cId="1793143133" sldId="256"/>
            <ac:spMk id="8" creationId="{D40F0CBA-6606-317D-C3EA-8BFA15CE0CCA}"/>
          </ac:spMkLst>
        </pc:spChg>
        <pc:spChg chg="mod">
          <ac:chgData name="Antti Perttunen" userId="3a7455b0-1bc3-4623-8e3b-ee63f6d94295" providerId="ADAL" clId="{AFBE8601-5432-42ED-91DB-3619AE26150A}" dt="2026-01-28T13:59:10.175" v="2743"/>
          <ac:spMkLst>
            <pc:docMk/>
            <pc:sldMk cId="1793143133" sldId="256"/>
            <ac:spMk id="10" creationId="{3805FB21-4AA7-E0F1-6AFF-28D8A6CAD4D3}"/>
          </ac:spMkLst>
        </pc:spChg>
        <pc:spChg chg="mod">
          <ac:chgData name="Antti Perttunen" userId="3a7455b0-1bc3-4623-8e3b-ee63f6d94295" providerId="ADAL" clId="{AFBE8601-5432-42ED-91DB-3619AE26150A}" dt="2026-01-28T13:59:10.175" v="2743"/>
          <ac:spMkLst>
            <pc:docMk/>
            <pc:sldMk cId="1793143133" sldId="256"/>
            <ac:spMk id="11" creationId="{6E5DB664-64AF-BEC0-CC2C-8551FE851865}"/>
          </ac:spMkLst>
        </pc:spChg>
        <pc:spChg chg="add del mod">
          <ac:chgData name="Antti Perttunen" userId="3a7455b0-1bc3-4623-8e3b-ee63f6d94295" providerId="ADAL" clId="{AFBE8601-5432-42ED-91DB-3619AE26150A}" dt="2026-01-28T13:59:13.683" v="2744" actId="478"/>
          <ac:spMkLst>
            <pc:docMk/>
            <pc:sldMk cId="1793143133" sldId="256"/>
            <ac:spMk id="12" creationId="{63F2BC90-56A3-883F-B4B6-1CADF96AA49A}"/>
          </ac:spMkLst>
        </pc:spChg>
        <pc:spChg chg="add del mod">
          <ac:chgData name="Antti Perttunen" userId="3a7455b0-1bc3-4623-8e3b-ee63f6d94295" providerId="ADAL" clId="{AFBE8601-5432-42ED-91DB-3619AE26150A}" dt="2026-01-28T13:59:13.683" v="2744" actId="478"/>
          <ac:spMkLst>
            <pc:docMk/>
            <pc:sldMk cId="1793143133" sldId="256"/>
            <ac:spMk id="13" creationId="{4623FA53-70CA-E70D-DBE9-6D170995AE9A}"/>
          </ac:spMkLst>
        </pc:spChg>
        <pc:grpChg chg="add del mod">
          <ac:chgData name="Antti Perttunen" userId="3a7455b0-1bc3-4623-8e3b-ee63f6d94295" providerId="ADAL" clId="{AFBE8601-5432-42ED-91DB-3619AE26150A}" dt="2026-01-28T13:59:13.683" v="2744" actId="478"/>
          <ac:grpSpMkLst>
            <pc:docMk/>
            <pc:sldMk cId="1793143133" sldId="256"/>
            <ac:grpSpMk id="9" creationId="{C9CD5D97-E245-728A-F704-BD58EF7CCF7C}"/>
          </ac:grpSpMkLst>
        </pc:grpChg>
        <pc:graphicFrameChg chg="add mod">
          <ac:chgData name="Antti Perttunen" userId="3a7455b0-1bc3-4623-8e3b-ee63f6d94295" providerId="ADAL" clId="{AFBE8601-5432-42ED-91DB-3619AE26150A}" dt="2026-01-28T10:56:09.877" v="180"/>
          <ac:graphicFrameMkLst>
            <pc:docMk/>
            <pc:sldMk cId="1793143133" sldId="256"/>
            <ac:graphicFrameMk id="4" creationId="{EDFE2A34-5E61-C27A-20DA-1D292AFAA0FC}"/>
          </ac:graphicFrameMkLst>
        </pc:graphicFrameChg>
        <pc:graphicFrameChg chg="add mod">
          <ac:chgData name="Antti Perttunen" userId="3a7455b0-1bc3-4623-8e3b-ee63f6d94295" providerId="ADAL" clId="{AFBE8601-5432-42ED-91DB-3619AE26150A}" dt="2026-01-28T10:56:58.004" v="236"/>
          <ac:graphicFrameMkLst>
            <pc:docMk/>
            <pc:sldMk cId="1793143133" sldId="256"/>
            <ac:graphicFrameMk id="6" creationId="{397F888E-56B5-DAA6-FE6F-FDD377A48853}"/>
          </ac:graphicFrameMkLst>
        </pc:graphicFrameChg>
        <pc:picChg chg="add mod">
          <ac:chgData name="Antti Perttunen" userId="3a7455b0-1bc3-4623-8e3b-ee63f6d94295" providerId="ADAL" clId="{AFBE8601-5432-42ED-91DB-3619AE26150A}" dt="2026-01-28T13:58:48.659" v="2741" actId="1076"/>
          <ac:picMkLst>
            <pc:docMk/>
            <pc:sldMk cId="1793143133" sldId="256"/>
            <ac:picMk id="4" creationId="{2075F2EE-F0A9-56B9-4F94-1A62C5807B2C}"/>
          </ac:picMkLst>
        </pc:picChg>
        <pc:picChg chg="del">
          <ac:chgData name="Antti Perttunen" userId="3a7455b0-1bc3-4623-8e3b-ee63f6d94295" providerId="ADAL" clId="{AFBE8601-5432-42ED-91DB-3619AE26150A}" dt="2026-01-28T13:58:41.599" v="2739" actId="478"/>
          <ac:picMkLst>
            <pc:docMk/>
            <pc:sldMk cId="1793143133" sldId="256"/>
            <ac:picMk id="5" creationId="{F5CD2392-94FA-7838-964B-8DD70753737B}"/>
          </ac:picMkLst>
        </pc:picChg>
        <pc:picChg chg="add mod">
          <ac:chgData name="Antti Perttunen" userId="3a7455b0-1bc3-4623-8e3b-ee63f6d94295" providerId="ADAL" clId="{AFBE8601-5432-42ED-91DB-3619AE26150A}" dt="2026-01-28T13:58:51.277" v="2742" actId="1076"/>
          <ac:picMkLst>
            <pc:docMk/>
            <pc:sldMk cId="1793143133" sldId="256"/>
            <ac:picMk id="6" creationId="{168957C1-A622-A38A-CB36-E7D88C4A49BD}"/>
          </ac:picMkLst>
        </pc:picChg>
      </pc:sldChg>
      <pc:sldChg chg="add del">
        <pc:chgData name="Antti Perttunen" userId="3a7455b0-1bc3-4623-8e3b-ee63f6d94295" providerId="ADAL" clId="{AFBE8601-5432-42ED-91DB-3619AE26150A}" dt="2026-01-28T10:51:31.462" v="126" actId="47"/>
        <pc:sldMkLst>
          <pc:docMk/>
          <pc:sldMk cId="1339026115" sldId="257"/>
        </pc:sldMkLst>
      </pc:sldChg>
      <pc:sldChg chg="ord">
        <pc:chgData name="Antti Perttunen" userId="3a7455b0-1bc3-4623-8e3b-ee63f6d94295" providerId="ADAL" clId="{AFBE8601-5432-42ED-91DB-3619AE26150A}" dt="2026-01-28T13:56:45.654" v="2735"/>
        <pc:sldMkLst>
          <pc:docMk/>
          <pc:sldMk cId="4264964813" sldId="258"/>
        </pc:sldMkLst>
      </pc:sldChg>
      <pc:sldChg chg="add del">
        <pc:chgData name="Antti Perttunen" userId="3a7455b0-1bc3-4623-8e3b-ee63f6d94295" providerId="ADAL" clId="{AFBE8601-5432-42ED-91DB-3619AE26150A}" dt="2026-01-28T11:15:21.571" v="1096" actId="47"/>
        <pc:sldMkLst>
          <pc:docMk/>
          <pc:sldMk cId="399813335" sldId="259"/>
        </pc:sldMkLst>
      </pc:sldChg>
      <pc:sldChg chg="addSp delSp modSp add del mod">
        <pc:chgData name="Antti Perttunen" userId="3a7455b0-1bc3-4623-8e3b-ee63f6d94295" providerId="ADAL" clId="{AFBE8601-5432-42ED-91DB-3619AE26150A}" dt="2026-01-28T13:22:15.053" v="2018" actId="27636"/>
        <pc:sldMkLst>
          <pc:docMk/>
          <pc:sldMk cId="1213939924" sldId="260"/>
        </pc:sldMkLst>
        <pc:spChg chg="mod">
          <ac:chgData name="Antti Perttunen" userId="3a7455b0-1bc3-4623-8e3b-ee63f6d94295" providerId="ADAL" clId="{AFBE8601-5432-42ED-91DB-3619AE26150A}" dt="2026-01-28T11:15:41.954" v="1099" actId="6549"/>
          <ac:spMkLst>
            <pc:docMk/>
            <pc:sldMk cId="1213939924" sldId="260"/>
            <ac:spMk id="2" creationId="{B1F3B3F4-0D93-6C36-23C6-F5607353E750}"/>
          </ac:spMkLst>
        </pc:spChg>
        <pc:spChg chg="mod">
          <ac:chgData name="Antti Perttunen" userId="3a7455b0-1bc3-4623-8e3b-ee63f6d94295" providerId="ADAL" clId="{AFBE8601-5432-42ED-91DB-3619AE26150A}" dt="2026-01-28T13:22:15.053" v="2018" actId="27636"/>
          <ac:spMkLst>
            <pc:docMk/>
            <pc:sldMk cId="1213939924" sldId="260"/>
            <ac:spMk id="3" creationId="{0901A336-B44D-81C1-6C88-8CDDC6E15DB8}"/>
          </ac:spMkLst>
        </pc:spChg>
        <pc:spChg chg="del">
          <ac:chgData name="Antti Perttunen" userId="3a7455b0-1bc3-4623-8e3b-ee63f6d94295" providerId="ADAL" clId="{AFBE8601-5432-42ED-91DB-3619AE26150A}" dt="2026-01-28T11:22:12.487" v="1271" actId="478"/>
          <ac:spMkLst>
            <pc:docMk/>
            <pc:sldMk cId="1213939924" sldId="260"/>
            <ac:spMk id="9" creationId="{69B79B20-3189-F523-EC23-02FC4C084476}"/>
          </ac:spMkLst>
        </pc:spChg>
        <pc:spChg chg="del">
          <ac:chgData name="Antti Perttunen" userId="3a7455b0-1bc3-4623-8e3b-ee63f6d94295" providerId="ADAL" clId="{AFBE8601-5432-42ED-91DB-3619AE26150A}" dt="2026-01-28T11:15:38.036" v="1098" actId="478"/>
          <ac:spMkLst>
            <pc:docMk/>
            <pc:sldMk cId="1213939924" sldId="260"/>
            <ac:spMk id="11" creationId="{3ABC88C7-8C67-13AA-EC22-EFDA4FCD06DC}"/>
          </ac:spMkLst>
        </pc:spChg>
        <pc:spChg chg="del">
          <ac:chgData name="Antti Perttunen" userId="3a7455b0-1bc3-4623-8e3b-ee63f6d94295" providerId="ADAL" clId="{AFBE8601-5432-42ED-91DB-3619AE26150A}" dt="2026-01-28T11:15:38.036" v="1098" actId="478"/>
          <ac:spMkLst>
            <pc:docMk/>
            <pc:sldMk cId="1213939924" sldId="260"/>
            <ac:spMk id="12" creationId="{164FB65E-2D2A-5C9D-9A9D-1FEBEEDE852C}"/>
          </ac:spMkLst>
        </pc:spChg>
        <pc:spChg chg="del">
          <ac:chgData name="Antti Perttunen" userId="3a7455b0-1bc3-4623-8e3b-ee63f6d94295" providerId="ADAL" clId="{AFBE8601-5432-42ED-91DB-3619AE26150A}" dt="2026-01-28T11:15:38.036" v="1098" actId="478"/>
          <ac:spMkLst>
            <pc:docMk/>
            <pc:sldMk cId="1213939924" sldId="260"/>
            <ac:spMk id="13" creationId="{4356C41C-D72C-3A71-C38C-920A00CE8ADF}"/>
          </ac:spMkLst>
        </pc:spChg>
        <pc:spChg chg="del">
          <ac:chgData name="Antti Perttunen" userId="3a7455b0-1bc3-4623-8e3b-ee63f6d94295" providerId="ADAL" clId="{AFBE8601-5432-42ED-91DB-3619AE26150A}" dt="2026-01-28T11:15:38.036" v="1098" actId="478"/>
          <ac:spMkLst>
            <pc:docMk/>
            <pc:sldMk cId="1213939924" sldId="260"/>
            <ac:spMk id="14" creationId="{157E3528-F7FA-DEEE-5472-D898AE0EEE33}"/>
          </ac:spMkLst>
        </pc:spChg>
        <pc:spChg chg="del mod">
          <ac:chgData name="Antti Perttunen" userId="3a7455b0-1bc3-4623-8e3b-ee63f6d94295" providerId="ADAL" clId="{AFBE8601-5432-42ED-91DB-3619AE26150A}" dt="2026-01-28T11:15:38.036" v="1098" actId="478"/>
          <ac:spMkLst>
            <pc:docMk/>
            <pc:sldMk cId="1213939924" sldId="260"/>
            <ac:spMk id="15" creationId="{9161777C-C085-90CE-C4EB-7E45727973C7}"/>
          </ac:spMkLst>
        </pc:spChg>
        <pc:picChg chg="del">
          <ac:chgData name="Antti Perttunen" userId="3a7455b0-1bc3-4623-8e3b-ee63f6d94295" providerId="ADAL" clId="{AFBE8601-5432-42ED-91DB-3619AE26150A}" dt="2026-01-28T11:21:14.161" v="1264" actId="478"/>
          <ac:picMkLst>
            <pc:docMk/>
            <pc:sldMk cId="1213939924" sldId="260"/>
            <ac:picMk id="6" creationId="{AF789B4D-A5D1-6178-CBFE-D901EF993B4A}"/>
          </ac:picMkLst>
        </pc:picChg>
        <pc:picChg chg="add del mod">
          <ac:chgData name="Antti Perttunen" userId="3a7455b0-1bc3-4623-8e3b-ee63f6d94295" providerId="ADAL" clId="{AFBE8601-5432-42ED-91DB-3619AE26150A}" dt="2026-01-28T11:22:38.985" v="1277" actId="478"/>
          <ac:picMkLst>
            <pc:docMk/>
            <pc:sldMk cId="1213939924" sldId="260"/>
            <ac:picMk id="7" creationId="{CFAA1BDD-3100-5D9F-42B5-5E06DBBB8978}"/>
          </ac:picMkLst>
        </pc:picChg>
        <pc:picChg chg="add mod">
          <ac:chgData name="Antti Perttunen" userId="3a7455b0-1bc3-4623-8e3b-ee63f6d94295" providerId="ADAL" clId="{AFBE8601-5432-42ED-91DB-3619AE26150A}" dt="2026-01-28T11:19:26.411" v="1187" actId="14100"/>
          <ac:picMkLst>
            <pc:docMk/>
            <pc:sldMk cId="1213939924" sldId="260"/>
            <ac:picMk id="10" creationId="{352F8509-41B8-126F-15FF-74046CB9EDA2}"/>
          </ac:picMkLst>
        </pc:picChg>
        <pc:picChg chg="add mod">
          <ac:chgData name="Antti Perttunen" userId="3a7455b0-1bc3-4623-8e3b-ee63f6d94295" providerId="ADAL" clId="{AFBE8601-5432-42ED-91DB-3619AE26150A}" dt="2026-01-28T11:22:10.674" v="1270" actId="1076"/>
          <ac:picMkLst>
            <pc:docMk/>
            <pc:sldMk cId="1213939924" sldId="260"/>
            <ac:picMk id="17" creationId="{B3342A7A-06AA-6261-752A-7838F3664861}"/>
          </ac:picMkLst>
        </pc:picChg>
        <pc:picChg chg="add mod">
          <ac:chgData name="Antti Perttunen" userId="3a7455b0-1bc3-4623-8e3b-ee63f6d94295" providerId="ADAL" clId="{AFBE8601-5432-42ED-91DB-3619AE26150A}" dt="2026-01-28T11:22:31.851" v="1276" actId="14100"/>
          <ac:picMkLst>
            <pc:docMk/>
            <pc:sldMk cId="1213939924" sldId="260"/>
            <ac:picMk id="19" creationId="{FC90A108-248E-CC65-5FF3-36DD0985EA89}"/>
          </ac:picMkLst>
        </pc:picChg>
      </pc:sldChg>
      <pc:sldChg chg="addSp delSp modSp add del mod">
        <pc:chgData name="Antti Perttunen" userId="3a7455b0-1bc3-4623-8e3b-ee63f6d94295" providerId="ADAL" clId="{AFBE8601-5432-42ED-91DB-3619AE26150A}" dt="2026-01-28T13:55:42.763" v="2720" actId="14100"/>
        <pc:sldMkLst>
          <pc:docMk/>
          <pc:sldMk cId="1660722131" sldId="261"/>
        </pc:sldMkLst>
        <pc:spChg chg="mod">
          <ac:chgData name="Antti Perttunen" userId="3a7455b0-1bc3-4623-8e3b-ee63f6d94295" providerId="ADAL" clId="{AFBE8601-5432-42ED-91DB-3619AE26150A}" dt="2026-01-28T11:23:44.935" v="1389" actId="20577"/>
          <ac:spMkLst>
            <pc:docMk/>
            <pc:sldMk cId="1660722131" sldId="261"/>
            <ac:spMk id="2" creationId="{A66E6345-FE82-0AD5-4259-D2E0B4DC6AA4}"/>
          </ac:spMkLst>
        </pc:spChg>
        <pc:spChg chg="mod">
          <ac:chgData name="Antti Perttunen" userId="3a7455b0-1bc3-4623-8e3b-ee63f6d94295" providerId="ADAL" clId="{AFBE8601-5432-42ED-91DB-3619AE26150A}" dt="2026-01-28T11:25:48.763" v="1486" actId="20577"/>
          <ac:spMkLst>
            <pc:docMk/>
            <pc:sldMk cId="1660722131" sldId="261"/>
            <ac:spMk id="3" creationId="{EF745F8C-962F-DACD-08E9-6F6BC78B99B3}"/>
          </ac:spMkLst>
        </pc:spChg>
        <pc:spChg chg="add mod">
          <ac:chgData name="Antti Perttunen" userId="3a7455b0-1bc3-4623-8e3b-ee63f6d94295" providerId="ADAL" clId="{AFBE8601-5432-42ED-91DB-3619AE26150A}" dt="2026-01-28T12:57:55.877" v="1794" actId="947"/>
          <ac:spMkLst>
            <pc:docMk/>
            <pc:sldMk cId="1660722131" sldId="261"/>
            <ac:spMk id="7" creationId="{89EAD42A-B441-49B3-8A9C-561AFAB025D2}"/>
          </ac:spMkLst>
        </pc:spChg>
        <pc:spChg chg="del">
          <ac:chgData name="Antti Perttunen" userId="3a7455b0-1bc3-4623-8e3b-ee63f6d94295" providerId="ADAL" clId="{AFBE8601-5432-42ED-91DB-3619AE26150A}" dt="2026-01-28T11:23:36.884" v="1365" actId="478"/>
          <ac:spMkLst>
            <pc:docMk/>
            <pc:sldMk cId="1660722131" sldId="261"/>
            <ac:spMk id="9" creationId="{9338F002-8068-5D5F-F054-0F70762F97F9}"/>
          </ac:spMkLst>
        </pc:spChg>
        <pc:spChg chg="del">
          <ac:chgData name="Antti Perttunen" userId="3a7455b0-1bc3-4623-8e3b-ee63f6d94295" providerId="ADAL" clId="{AFBE8601-5432-42ED-91DB-3619AE26150A}" dt="2026-01-28T11:23:36.884" v="1365" actId="478"/>
          <ac:spMkLst>
            <pc:docMk/>
            <pc:sldMk cId="1660722131" sldId="261"/>
            <ac:spMk id="10" creationId="{68081446-6B1F-532E-5845-430DD0C93A60}"/>
          </ac:spMkLst>
        </pc:spChg>
        <pc:spChg chg="del">
          <ac:chgData name="Antti Perttunen" userId="3a7455b0-1bc3-4623-8e3b-ee63f6d94295" providerId="ADAL" clId="{AFBE8601-5432-42ED-91DB-3619AE26150A}" dt="2026-01-28T11:23:36.884" v="1365" actId="478"/>
          <ac:spMkLst>
            <pc:docMk/>
            <pc:sldMk cId="1660722131" sldId="261"/>
            <ac:spMk id="11" creationId="{6BB45735-FD37-AFFE-B41E-97401890492D}"/>
          </ac:spMkLst>
        </pc:spChg>
        <pc:spChg chg="del">
          <ac:chgData name="Antti Perttunen" userId="3a7455b0-1bc3-4623-8e3b-ee63f6d94295" providerId="ADAL" clId="{AFBE8601-5432-42ED-91DB-3619AE26150A}" dt="2026-01-28T11:23:36.884" v="1365" actId="478"/>
          <ac:spMkLst>
            <pc:docMk/>
            <pc:sldMk cId="1660722131" sldId="261"/>
            <ac:spMk id="12" creationId="{CCC0DB6F-C096-DE3B-D685-DE8E936D25BD}"/>
          </ac:spMkLst>
        </pc:spChg>
        <pc:spChg chg="del">
          <ac:chgData name="Antti Perttunen" userId="3a7455b0-1bc3-4623-8e3b-ee63f6d94295" providerId="ADAL" clId="{AFBE8601-5432-42ED-91DB-3619AE26150A}" dt="2026-01-28T11:23:36.884" v="1365" actId="478"/>
          <ac:spMkLst>
            <pc:docMk/>
            <pc:sldMk cId="1660722131" sldId="261"/>
            <ac:spMk id="13" creationId="{80EF9C5F-B7DE-7D60-C9D1-20275D54254A}"/>
          </ac:spMkLst>
        </pc:spChg>
        <pc:spChg chg="add mod">
          <ac:chgData name="Antti Perttunen" userId="3a7455b0-1bc3-4623-8e3b-ee63f6d94295" providerId="ADAL" clId="{AFBE8601-5432-42ED-91DB-3619AE26150A}" dt="2026-01-28T11:41:25.885" v="1684" actId="14100"/>
          <ac:spMkLst>
            <pc:docMk/>
            <pc:sldMk cId="1660722131" sldId="261"/>
            <ac:spMk id="17" creationId="{A249844B-6B0F-2F84-5275-50FA3C77468F}"/>
          </ac:spMkLst>
        </pc:spChg>
        <pc:spChg chg="add mod">
          <ac:chgData name="Antti Perttunen" userId="3a7455b0-1bc3-4623-8e3b-ee63f6d94295" providerId="ADAL" clId="{AFBE8601-5432-42ED-91DB-3619AE26150A}" dt="2026-01-28T11:49:46.664" v="1791" actId="20577"/>
          <ac:spMkLst>
            <pc:docMk/>
            <pc:sldMk cId="1660722131" sldId="261"/>
            <ac:spMk id="19" creationId="{C003376D-F1AB-E79C-BDCF-7365AD2FB978}"/>
          </ac:spMkLst>
        </pc:spChg>
        <pc:spChg chg="add mod">
          <ac:chgData name="Antti Perttunen" userId="3a7455b0-1bc3-4623-8e3b-ee63f6d94295" providerId="ADAL" clId="{AFBE8601-5432-42ED-91DB-3619AE26150A}" dt="2026-01-28T13:55:42.763" v="2720" actId="14100"/>
          <ac:spMkLst>
            <pc:docMk/>
            <pc:sldMk cId="1660722131" sldId="261"/>
            <ac:spMk id="24" creationId="{C4815256-5190-E142-9755-D964C5D28D19}"/>
          </ac:spMkLst>
        </pc:spChg>
        <pc:picChg chg="del mod">
          <ac:chgData name="Antti Perttunen" userId="3a7455b0-1bc3-4623-8e3b-ee63f6d94295" providerId="ADAL" clId="{AFBE8601-5432-42ED-91DB-3619AE26150A}" dt="2026-01-28T11:36:25.206" v="1487" actId="478"/>
          <ac:picMkLst>
            <pc:docMk/>
            <pc:sldMk cId="1660722131" sldId="261"/>
            <ac:picMk id="4" creationId="{FE9B290A-E9FD-DF4A-A1FE-9F1E170E3A70}"/>
          </ac:picMkLst>
        </pc:picChg>
        <pc:picChg chg="add mod">
          <ac:chgData name="Antti Perttunen" userId="3a7455b0-1bc3-4623-8e3b-ee63f6d94295" providerId="ADAL" clId="{AFBE8601-5432-42ED-91DB-3619AE26150A}" dt="2026-01-28T11:38:01.382" v="1590" actId="1076"/>
          <ac:picMkLst>
            <pc:docMk/>
            <pc:sldMk cId="1660722131" sldId="261"/>
            <ac:picMk id="6" creationId="{521EBA87-FF76-1D5A-3AC2-30D777B91502}"/>
          </ac:picMkLst>
        </pc:picChg>
        <pc:picChg chg="add mod">
          <ac:chgData name="Antti Perttunen" userId="3a7455b0-1bc3-4623-8e3b-ee63f6d94295" providerId="ADAL" clId="{AFBE8601-5432-42ED-91DB-3619AE26150A}" dt="2026-01-28T11:38:55.862" v="1596" actId="14100"/>
          <ac:picMkLst>
            <pc:docMk/>
            <pc:sldMk cId="1660722131" sldId="261"/>
            <ac:picMk id="14" creationId="{563A1A0C-796B-0DF3-40B1-B16A86FB2A66}"/>
          </ac:picMkLst>
        </pc:picChg>
        <pc:picChg chg="add mod">
          <ac:chgData name="Antti Perttunen" userId="3a7455b0-1bc3-4623-8e3b-ee63f6d94295" providerId="ADAL" clId="{AFBE8601-5432-42ED-91DB-3619AE26150A}" dt="2026-01-28T11:41:29.732" v="1703" actId="1038"/>
          <ac:picMkLst>
            <pc:docMk/>
            <pc:sldMk cId="1660722131" sldId="261"/>
            <ac:picMk id="16" creationId="{045A9DB5-E404-FCDB-67B8-BAC3C5B93509}"/>
          </ac:picMkLst>
        </pc:picChg>
        <pc:picChg chg="add del mod">
          <ac:chgData name="Antti Perttunen" userId="3a7455b0-1bc3-4623-8e3b-ee63f6d94295" providerId="ADAL" clId="{AFBE8601-5432-42ED-91DB-3619AE26150A}" dt="2026-01-28T11:43:59.009" v="1706" actId="478"/>
          <ac:picMkLst>
            <pc:docMk/>
            <pc:sldMk cId="1660722131" sldId="261"/>
            <ac:picMk id="18" creationId="{BB6D018B-5302-79DE-FA0E-A85E0A8C9DD5}"/>
          </ac:picMkLst>
        </pc:picChg>
        <pc:picChg chg="add del mod">
          <ac:chgData name="Antti Perttunen" userId="3a7455b0-1bc3-4623-8e3b-ee63f6d94295" providerId="ADAL" clId="{AFBE8601-5432-42ED-91DB-3619AE26150A}" dt="2026-01-28T11:44:51.357" v="1712" actId="478"/>
          <ac:picMkLst>
            <pc:docMk/>
            <pc:sldMk cId="1660722131" sldId="261"/>
            <ac:picMk id="21" creationId="{8AF35A38-66A2-0EFF-A6CF-4BEB9521E656}"/>
          </ac:picMkLst>
        </pc:picChg>
        <pc:picChg chg="add mod">
          <ac:chgData name="Antti Perttunen" userId="3a7455b0-1bc3-4623-8e3b-ee63f6d94295" providerId="ADAL" clId="{AFBE8601-5432-42ED-91DB-3619AE26150A}" dt="2026-01-28T11:49:08.003" v="1718" actId="1076"/>
          <ac:picMkLst>
            <pc:docMk/>
            <pc:sldMk cId="1660722131" sldId="261"/>
            <ac:picMk id="23" creationId="{BA7A8C93-8CFB-64E7-26C3-04F2D077C08D}"/>
          </ac:picMkLst>
        </pc:picChg>
      </pc:sldChg>
      <pc:sldChg chg="add del">
        <pc:chgData name="Antti Perttunen" userId="3a7455b0-1bc3-4623-8e3b-ee63f6d94295" providerId="ADAL" clId="{AFBE8601-5432-42ED-91DB-3619AE26150A}" dt="2026-01-28T13:56:10.964" v="2721" actId="47"/>
        <pc:sldMkLst>
          <pc:docMk/>
          <pc:sldMk cId="937336024" sldId="262"/>
        </pc:sldMkLst>
      </pc:sldChg>
      <pc:sldChg chg="del">
        <pc:chgData name="Antti Perttunen" userId="3a7455b0-1bc3-4623-8e3b-ee63f6d94295" providerId="ADAL" clId="{AFBE8601-5432-42ED-91DB-3619AE26150A}" dt="2026-01-28T13:56:17.135" v="2726" actId="47"/>
        <pc:sldMkLst>
          <pc:docMk/>
          <pc:sldMk cId="2937494048" sldId="263"/>
        </pc:sldMkLst>
      </pc:sldChg>
      <pc:sldChg chg="del">
        <pc:chgData name="Antti Perttunen" userId="3a7455b0-1bc3-4623-8e3b-ee63f6d94295" providerId="ADAL" clId="{AFBE8601-5432-42ED-91DB-3619AE26150A}" dt="2026-01-28T13:56:17.868" v="2727" actId="47"/>
        <pc:sldMkLst>
          <pc:docMk/>
          <pc:sldMk cId="2457475808" sldId="264"/>
        </pc:sldMkLst>
      </pc:sldChg>
      <pc:sldChg chg="del">
        <pc:chgData name="Antti Perttunen" userId="3a7455b0-1bc3-4623-8e3b-ee63f6d94295" providerId="ADAL" clId="{AFBE8601-5432-42ED-91DB-3619AE26150A}" dt="2026-01-28T13:56:31.417" v="2732" actId="47"/>
        <pc:sldMkLst>
          <pc:docMk/>
          <pc:sldMk cId="3247666252" sldId="265"/>
        </pc:sldMkLst>
      </pc:sldChg>
      <pc:sldChg chg="del">
        <pc:chgData name="Antti Perttunen" userId="3a7455b0-1bc3-4623-8e3b-ee63f6d94295" providerId="ADAL" clId="{AFBE8601-5432-42ED-91DB-3619AE26150A}" dt="2026-01-28T14:11:53.648" v="2766" actId="47"/>
        <pc:sldMkLst>
          <pc:docMk/>
          <pc:sldMk cId="687753909" sldId="266"/>
        </pc:sldMkLst>
      </pc:sldChg>
      <pc:sldChg chg="del">
        <pc:chgData name="Antti Perttunen" userId="3a7455b0-1bc3-4623-8e3b-ee63f6d94295" providerId="ADAL" clId="{AFBE8601-5432-42ED-91DB-3619AE26150A}" dt="2026-01-28T13:56:32.392" v="2733" actId="47"/>
        <pc:sldMkLst>
          <pc:docMk/>
          <pc:sldMk cId="1619682246" sldId="267"/>
        </pc:sldMkLst>
      </pc:sldChg>
      <pc:sldChg chg="del">
        <pc:chgData name="Antti Perttunen" userId="3a7455b0-1bc3-4623-8e3b-ee63f6d94295" providerId="ADAL" clId="{AFBE8601-5432-42ED-91DB-3619AE26150A}" dt="2026-01-28T14:11:54.614" v="2767" actId="47"/>
        <pc:sldMkLst>
          <pc:docMk/>
          <pc:sldMk cId="2958659200" sldId="268"/>
        </pc:sldMkLst>
      </pc:sldChg>
      <pc:sldChg chg="addSp modSp mod">
        <pc:chgData name="Antti Perttunen" userId="3a7455b0-1bc3-4623-8e3b-ee63f6d94295" providerId="ADAL" clId="{AFBE8601-5432-42ED-91DB-3619AE26150A}" dt="2026-01-28T10:50:28.931" v="37" actId="207"/>
        <pc:sldMkLst>
          <pc:docMk/>
          <pc:sldMk cId="2776949414" sldId="269"/>
        </pc:sldMkLst>
        <pc:spChg chg="mod">
          <ac:chgData name="Antti Perttunen" userId="3a7455b0-1bc3-4623-8e3b-ee63f6d94295" providerId="ADAL" clId="{AFBE8601-5432-42ED-91DB-3619AE26150A}" dt="2026-01-28T10:50:06.201" v="11" actId="27636"/>
          <ac:spMkLst>
            <pc:docMk/>
            <pc:sldMk cId="2776949414" sldId="269"/>
            <ac:spMk id="2" creationId="{1BF3963C-1E95-9D7F-D326-42378EDB75F8}"/>
          </ac:spMkLst>
        </pc:spChg>
        <pc:spChg chg="add mod">
          <ac:chgData name="Antti Perttunen" userId="3a7455b0-1bc3-4623-8e3b-ee63f6d94295" providerId="ADAL" clId="{AFBE8601-5432-42ED-91DB-3619AE26150A}" dt="2026-01-28T10:50:28.931" v="37" actId="207"/>
          <ac:spMkLst>
            <pc:docMk/>
            <pc:sldMk cId="2776949414" sldId="269"/>
            <ac:spMk id="3" creationId="{66F06584-D921-7626-88A0-E4E472EF638C}"/>
          </ac:spMkLst>
        </pc:spChg>
      </pc:sldChg>
      <pc:sldChg chg="del">
        <pc:chgData name="Antti Perttunen" userId="3a7455b0-1bc3-4623-8e3b-ee63f6d94295" providerId="ADAL" clId="{AFBE8601-5432-42ED-91DB-3619AE26150A}" dt="2026-01-28T14:11:50.874" v="2765" actId="47"/>
        <pc:sldMkLst>
          <pc:docMk/>
          <pc:sldMk cId="2845708287" sldId="270"/>
        </pc:sldMkLst>
      </pc:sldChg>
      <pc:sldChg chg="del">
        <pc:chgData name="Antti Perttunen" userId="3a7455b0-1bc3-4623-8e3b-ee63f6d94295" providerId="ADAL" clId="{AFBE8601-5432-42ED-91DB-3619AE26150A}" dt="2026-01-28T13:56:21.094" v="2728" actId="47"/>
        <pc:sldMkLst>
          <pc:docMk/>
          <pc:sldMk cId="3912984741" sldId="271"/>
        </pc:sldMkLst>
      </pc:sldChg>
      <pc:sldChg chg="del">
        <pc:chgData name="Antti Perttunen" userId="3a7455b0-1bc3-4623-8e3b-ee63f6d94295" providerId="ADAL" clId="{AFBE8601-5432-42ED-91DB-3619AE26150A}" dt="2026-01-28T13:56:22.612" v="2730" actId="47"/>
        <pc:sldMkLst>
          <pc:docMk/>
          <pc:sldMk cId="1972423364" sldId="272"/>
        </pc:sldMkLst>
      </pc:sldChg>
      <pc:sldChg chg="del">
        <pc:chgData name="Antti Perttunen" userId="3a7455b0-1bc3-4623-8e3b-ee63f6d94295" providerId="ADAL" clId="{AFBE8601-5432-42ED-91DB-3619AE26150A}" dt="2026-01-28T13:56:21.941" v="2729" actId="47"/>
        <pc:sldMkLst>
          <pc:docMk/>
          <pc:sldMk cId="66929636" sldId="273"/>
        </pc:sldMkLst>
      </pc:sldChg>
      <pc:sldChg chg="del">
        <pc:chgData name="Antti Perttunen" userId="3a7455b0-1bc3-4623-8e3b-ee63f6d94295" providerId="ADAL" clId="{AFBE8601-5432-42ED-91DB-3619AE26150A}" dt="2026-01-28T13:56:25.105" v="2731" actId="47"/>
        <pc:sldMkLst>
          <pc:docMk/>
          <pc:sldMk cId="2058623726" sldId="274"/>
        </pc:sldMkLst>
      </pc:sldChg>
      <pc:sldChg chg="add del">
        <pc:chgData name="Antti Perttunen" userId="3a7455b0-1bc3-4623-8e3b-ee63f6d94295" providerId="ADAL" clId="{AFBE8601-5432-42ED-91DB-3619AE26150A}" dt="2026-01-28T10:51:34.022" v="127" actId="47"/>
        <pc:sldMkLst>
          <pc:docMk/>
          <pc:sldMk cId="2575935164" sldId="275"/>
        </pc:sldMkLst>
      </pc:sldChg>
      <pc:sldChg chg="add del">
        <pc:chgData name="Antti Perttunen" userId="3a7455b0-1bc3-4623-8e3b-ee63f6d94295" providerId="ADAL" clId="{AFBE8601-5432-42ED-91DB-3619AE26150A}" dt="2026-01-28T11:23:31.174" v="1364" actId="47"/>
        <pc:sldMkLst>
          <pc:docMk/>
          <pc:sldMk cId="4129131942" sldId="276"/>
        </pc:sldMkLst>
      </pc:sldChg>
      <pc:sldChg chg="del">
        <pc:chgData name="Antti Perttunen" userId="3a7455b0-1bc3-4623-8e3b-ee63f6d94295" providerId="ADAL" clId="{AFBE8601-5432-42ED-91DB-3619AE26150A}" dt="2026-01-28T13:56:13.042" v="2722" actId="47"/>
        <pc:sldMkLst>
          <pc:docMk/>
          <pc:sldMk cId="1496150280" sldId="278"/>
        </pc:sldMkLst>
      </pc:sldChg>
      <pc:sldChg chg="del">
        <pc:chgData name="Antti Perttunen" userId="3a7455b0-1bc3-4623-8e3b-ee63f6d94295" providerId="ADAL" clId="{AFBE8601-5432-42ED-91DB-3619AE26150A}" dt="2026-01-28T13:56:13.837" v="2723" actId="47"/>
        <pc:sldMkLst>
          <pc:docMk/>
          <pc:sldMk cId="104877467" sldId="279"/>
        </pc:sldMkLst>
      </pc:sldChg>
      <pc:sldChg chg="del">
        <pc:chgData name="Antti Perttunen" userId="3a7455b0-1bc3-4623-8e3b-ee63f6d94295" providerId="ADAL" clId="{AFBE8601-5432-42ED-91DB-3619AE26150A}" dt="2026-01-28T13:56:14.890" v="2724" actId="47"/>
        <pc:sldMkLst>
          <pc:docMk/>
          <pc:sldMk cId="2754237191" sldId="280"/>
        </pc:sldMkLst>
      </pc:sldChg>
      <pc:sldChg chg="del">
        <pc:chgData name="Antti Perttunen" userId="3a7455b0-1bc3-4623-8e3b-ee63f6d94295" providerId="ADAL" clId="{AFBE8601-5432-42ED-91DB-3619AE26150A}" dt="2026-01-28T13:56:16.071" v="2725" actId="47"/>
        <pc:sldMkLst>
          <pc:docMk/>
          <pc:sldMk cId="1450860235" sldId="281"/>
        </pc:sldMkLst>
      </pc:sldChg>
      <pc:sldChg chg="del">
        <pc:chgData name="Antti Perttunen" userId="3a7455b0-1bc3-4623-8e3b-ee63f6d94295" providerId="ADAL" clId="{AFBE8601-5432-42ED-91DB-3619AE26150A}" dt="2026-01-28T14:11:59.102" v="2768" actId="47"/>
        <pc:sldMkLst>
          <pc:docMk/>
          <pc:sldMk cId="4029159938" sldId="282"/>
        </pc:sldMkLst>
      </pc:sldChg>
      <pc:sldChg chg="addSp delSp modSp add del mod">
        <pc:chgData name="Antti Perttunen" userId="3a7455b0-1bc3-4623-8e3b-ee63f6d94295" providerId="ADAL" clId="{AFBE8601-5432-42ED-91DB-3619AE26150A}" dt="2026-01-28T11:04:47.713" v="556" actId="1076"/>
        <pc:sldMkLst>
          <pc:docMk/>
          <pc:sldMk cId="2709200795" sldId="283"/>
        </pc:sldMkLst>
        <pc:spChg chg="mod">
          <ac:chgData name="Antti Perttunen" userId="3a7455b0-1bc3-4623-8e3b-ee63f6d94295" providerId="ADAL" clId="{AFBE8601-5432-42ED-91DB-3619AE26150A}" dt="2026-01-28T10:51:39.943" v="136" actId="20577"/>
          <ac:spMkLst>
            <pc:docMk/>
            <pc:sldMk cId="2709200795" sldId="283"/>
            <ac:spMk id="2" creationId="{BA7ABB90-9CF0-2A89-745E-FBBC85949AC5}"/>
          </ac:spMkLst>
        </pc:spChg>
        <pc:spChg chg="add mod">
          <ac:chgData name="Antti Perttunen" userId="3a7455b0-1bc3-4623-8e3b-ee63f6d94295" providerId="ADAL" clId="{AFBE8601-5432-42ED-91DB-3619AE26150A}" dt="2026-01-28T11:04:47.713" v="556" actId="1076"/>
          <ac:spMkLst>
            <pc:docMk/>
            <pc:sldMk cId="2709200795" sldId="283"/>
            <ac:spMk id="4" creationId="{DD21735A-F20C-E214-3574-3358C5B5E3C9}"/>
          </ac:spMkLst>
        </pc:spChg>
        <pc:spChg chg="add del mod">
          <ac:chgData name="Antti Perttunen" userId="3a7455b0-1bc3-4623-8e3b-ee63f6d94295" providerId="ADAL" clId="{AFBE8601-5432-42ED-91DB-3619AE26150A}" dt="2026-01-28T11:04:42.742" v="555" actId="20577"/>
          <ac:spMkLst>
            <pc:docMk/>
            <pc:sldMk cId="2709200795" sldId="283"/>
            <ac:spMk id="27" creationId="{5149D2B4-535E-5F40-BDEF-58BA338AD742}"/>
          </ac:spMkLst>
        </pc:spChg>
        <pc:spChg chg="del">
          <ac:chgData name="Antti Perttunen" userId="3a7455b0-1bc3-4623-8e3b-ee63f6d94295" providerId="ADAL" clId="{AFBE8601-5432-42ED-91DB-3619AE26150A}" dt="2026-01-28T11:00:49.119" v="427" actId="478"/>
          <ac:spMkLst>
            <pc:docMk/>
            <pc:sldMk cId="2709200795" sldId="283"/>
            <ac:spMk id="28" creationId="{18B3977D-B8E7-48D6-8ADD-B1ABB8CEC9A9}"/>
          </ac:spMkLst>
        </pc:spChg>
      </pc:sldChg>
      <pc:sldChg chg="addSp delSp modSp new mod">
        <pc:chgData name="Antti Perttunen" userId="3a7455b0-1bc3-4623-8e3b-ee63f6d94295" providerId="ADAL" clId="{AFBE8601-5432-42ED-91DB-3619AE26150A}" dt="2026-01-28T14:11:12.757" v="2764" actId="113"/>
        <pc:sldMkLst>
          <pc:docMk/>
          <pc:sldMk cId="1433691948" sldId="284"/>
        </pc:sldMkLst>
        <pc:spChg chg="mod">
          <ac:chgData name="Antti Perttunen" userId="3a7455b0-1bc3-4623-8e3b-ee63f6d94295" providerId="ADAL" clId="{AFBE8601-5432-42ED-91DB-3619AE26150A}" dt="2026-01-28T11:05:19.396" v="576" actId="20577"/>
          <ac:spMkLst>
            <pc:docMk/>
            <pc:sldMk cId="1433691948" sldId="284"/>
            <ac:spMk id="2" creationId="{D02BFA06-3038-4CD3-9A33-048006D8E861}"/>
          </ac:spMkLst>
        </pc:spChg>
        <pc:spChg chg="mod">
          <ac:chgData name="Antti Perttunen" userId="3a7455b0-1bc3-4623-8e3b-ee63f6d94295" providerId="ADAL" clId="{AFBE8601-5432-42ED-91DB-3619AE26150A}" dt="2026-01-28T14:11:12.757" v="2764" actId="113"/>
          <ac:spMkLst>
            <pc:docMk/>
            <pc:sldMk cId="1433691948" sldId="284"/>
            <ac:spMk id="3" creationId="{ECBFB2BA-F6DF-2FFD-8898-071DD7AE6F72}"/>
          </ac:spMkLst>
        </pc:spChg>
        <pc:spChg chg="add mod">
          <ac:chgData name="Antti Perttunen" userId="3a7455b0-1bc3-4623-8e3b-ee63f6d94295" providerId="ADAL" clId="{AFBE8601-5432-42ED-91DB-3619AE26150A}" dt="2026-01-28T11:12:28.310" v="871" actId="1076"/>
          <ac:spMkLst>
            <pc:docMk/>
            <pc:sldMk cId="1433691948" sldId="284"/>
            <ac:spMk id="4" creationId="{CF0D80F1-7021-4C5C-B8EA-B0E630B7146E}"/>
          </ac:spMkLst>
        </pc:spChg>
        <pc:spChg chg="add mod">
          <ac:chgData name="Antti Perttunen" userId="3a7455b0-1bc3-4623-8e3b-ee63f6d94295" providerId="ADAL" clId="{AFBE8601-5432-42ED-91DB-3619AE26150A}" dt="2026-01-28T13:59:58.942" v="2760" actId="20577"/>
          <ac:spMkLst>
            <pc:docMk/>
            <pc:sldMk cId="1433691948" sldId="284"/>
            <ac:spMk id="5" creationId="{B6420A4E-89D7-E50B-2427-8879FB09183A}"/>
          </ac:spMkLst>
        </pc:spChg>
        <pc:spChg chg="add mod">
          <ac:chgData name="Antti Perttunen" userId="3a7455b0-1bc3-4623-8e3b-ee63f6d94295" providerId="ADAL" clId="{AFBE8601-5432-42ED-91DB-3619AE26150A}" dt="2026-01-28T13:59:38.734" v="2748" actId="1076"/>
          <ac:spMkLst>
            <pc:docMk/>
            <pc:sldMk cId="1433691948" sldId="284"/>
            <ac:spMk id="7" creationId="{D1F449E2-CFF0-D74A-D912-05ED58A80847}"/>
          </ac:spMkLst>
        </pc:spChg>
        <pc:spChg chg="mod">
          <ac:chgData name="Antti Perttunen" userId="3a7455b0-1bc3-4623-8e3b-ee63f6d94295" providerId="ADAL" clId="{AFBE8601-5432-42ED-91DB-3619AE26150A}" dt="2026-01-28T13:59:21.676" v="2745"/>
          <ac:spMkLst>
            <pc:docMk/>
            <pc:sldMk cId="1433691948" sldId="284"/>
            <ac:spMk id="9" creationId="{EF8E0596-E885-BCB4-E457-A3DAD9812866}"/>
          </ac:spMkLst>
        </pc:spChg>
        <pc:spChg chg="mod">
          <ac:chgData name="Antti Perttunen" userId="3a7455b0-1bc3-4623-8e3b-ee63f6d94295" providerId="ADAL" clId="{AFBE8601-5432-42ED-91DB-3619AE26150A}" dt="2026-01-28T13:59:21.676" v="2745"/>
          <ac:spMkLst>
            <pc:docMk/>
            <pc:sldMk cId="1433691948" sldId="284"/>
            <ac:spMk id="10" creationId="{E3647078-F7F4-0E57-8630-238AE501BCB3}"/>
          </ac:spMkLst>
        </pc:spChg>
        <pc:spChg chg="add mod">
          <ac:chgData name="Antti Perttunen" userId="3a7455b0-1bc3-4623-8e3b-ee63f6d94295" providerId="ADAL" clId="{AFBE8601-5432-42ED-91DB-3619AE26150A}" dt="2026-01-28T13:59:38.734" v="2748" actId="1076"/>
          <ac:spMkLst>
            <pc:docMk/>
            <pc:sldMk cId="1433691948" sldId="284"/>
            <ac:spMk id="11" creationId="{23E4B039-8196-5B20-1AE4-6A7F7A5D84AE}"/>
          </ac:spMkLst>
        </pc:spChg>
        <pc:spChg chg="add mod">
          <ac:chgData name="Antti Perttunen" userId="3a7455b0-1bc3-4623-8e3b-ee63f6d94295" providerId="ADAL" clId="{AFBE8601-5432-42ED-91DB-3619AE26150A}" dt="2026-01-28T13:59:38.734" v="2748" actId="1076"/>
          <ac:spMkLst>
            <pc:docMk/>
            <pc:sldMk cId="1433691948" sldId="284"/>
            <ac:spMk id="12" creationId="{BB6221A7-C070-903F-043E-7F51213A342D}"/>
          </ac:spMkLst>
        </pc:spChg>
        <pc:grpChg chg="add mod">
          <ac:chgData name="Antti Perttunen" userId="3a7455b0-1bc3-4623-8e3b-ee63f6d94295" providerId="ADAL" clId="{AFBE8601-5432-42ED-91DB-3619AE26150A}" dt="2026-01-28T13:59:38.734" v="2748" actId="1076"/>
          <ac:grpSpMkLst>
            <pc:docMk/>
            <pc:sldMk cId="1433691948" sldId="284"/>
            <ac:grpSpMk id="8" creationId="{458EA546-64AA-93CA-7B25-0073FE2A25EC}"/>
          </ac:grpSpMkLst>
        </pc:grpChg>
        <pc:picChg chg="add del mod">
          <ac:chgData name="Antti Perttunen" userId="3a7455b0-1bc3-4623-8e3b-ee63f6d94295" providerId="ADAL" clId="{AFBE8601-5432-42ED-91DB-3619AE26150A}" dt="2026-01-28T13:59:26.997" v="2747" actId="478"/>
          <ac:picMkLst>
            <pc:docMk/>
            <pc:sldMk cId="1433691948" sldId="284"/>
            <ac:picMk id="6" creationId="{FD31C96A-5798-E2C5-D480-2FA32F7F0AB0}"/>
          </ac:picMkLst>
        </pc:picChg>
      </pc:sldChg>
      <pc:sldChg chg="addSp modSp new mod">
        <pc:chgData name="Antti Perttunen" userId="3a7455b0-1bc3-4623-8e3b-ee63f6d94295" providerId="ADAL" clId="{AFBE8601-5432-42ED-91DB-3619AE26150A}" dt="2026-01-28T13:41:54.172" v="2679" actId="15"/>
        <pc:sldMkLst>
          <pc:docMk/>
          <pc:sldMk cId="756731590" sldId="285"/>
        </pc:sldMkLst>
        <pc:spChg chg="mod">
          <ac:chgData name="Antti Perttunen" userId="3a7455b0-1bc3-4623-8e3b-ee63f6d94295" providerId="ADAL" clId="{AFBE8601-5432-42ED-91DB-3619AE26150A}" dt="2026-01-28T13:23:30.986" v="2037" actId="20577"/>
          <ac:spMkLst>
            <pc:docMk/>
            <pc:sldMk cId="756731590" sldId="285"/>
            <ac:spMk id="2" creationId="{74DBCF37-87D8-B5C7-655E-EFB185C0011D}"/>
          </ac:spMkLst>
        </pc:spChg>
        <pc:spChg chg="mod">
          <ac:chgData name="Antti Perttunen" userId="3a7455b0-1bc3-4623-8e3b-ee63f6d94295" providerId="ADAL" clId="{AFBE8601-5432-42ED-91DB-3619AE26150A}" dt="2026-01-28T13:41:54.172" v="2679" actId="15"/>
          <ac:spMkLst>
            <pc:docMk/>
            <pc:sldMk cId="756731590" sldId="285"/>
            <ac:spMk id="3" creationId="{F84FD966-0261-6BBD-01F0-567B69AE5DD1}"/>
          </ac:spMkLst>
        </pc:spChg>
        <pc:picChg chg="add mod">
          <ac:chgData name="Antti Perttunen" userId="3a7455b0-1bc3-4623-8e3b-ee63f6d94295" providerId="ADAL" clId="{AFBE8601-5432-42ED-91DB-3619AE26150A}" dt="2026-01-28T13:23:37.270" v="2039" actId="1076"/>
          <ac:picMkLst>
            <pc:docMk/>
            <pc:sldMk cId="756731590" sldId="285"/>
            <ac:picMk id="4" creationId="{F5059C0B-3639-8DFA-A714-D6767BF9F0C6}"/>
          </ac:picMkLst>
        </pc:picChg>
      </pc:sldChg>
      <pc:sldChg chg="addSp delSp modSp new mod">
        <pc:chgData name="Antti Perttunen" userId="3a7455b0-1bc3-4623-8e3b-ee63f6d94295" providerId="ADAL" clId="{AFBE8601-5432-42ED-91DB-3619AE26150A}" dt="2026-01-28T14:48:45.273" v="3096" actId="27636"/>
        <pc:sldMkLst>
          <pc:docMk/>
          <pc:sldMk cId="2386264504" sldId="286"/>
        </pc:sldMkLst>
        <pc:spChg chg="mod">
          <ac:chgData name="Antti Perttunen" userId="3a7455b0-1bc3-4623-8e3b-ee63f6d94295" providerId="ADAL" clId="{AFBE8601-5432-42ED-91DB-3619AE26150A}" dt="2026-01-28T14:12:16.921" v="2781" actId="20577"/>
          <ac:spMkLst>
            <pc:docMk/>
            <pc:sldMk cId="2386264504" sldId="286"/>
            <ac:spMk id="2" creationId="{3058D47B-A709-6E19-45FB-957AE4F59817}"/>
          </ac:spMkLst>
        </pc:spChg>
        <pc:spChg chg="mod">
          <ac:chgData name="Antti Perttunen" userId="3a7455b0-1bc3-4623-8e3b-ee63f6d94295" providerId="ADAL" clId="{AFBE8601-5432-42ED-91DB-3619AE26150A}" dt="2026-01-28T14:48:45.273" v="3096" actId="27636"/>
          <ac:spMkLst>
            <pc:docMk/>
            <pc:sldMk cId="2386264504" sldId="286"/>
            <ac:spMk id="3" creationId="{5E0F0224-122F-FD80-9A15-D3F2CE38C968}"/>
          </ac:spMkLst>
        </pc:spChg>
        <pc:spChg chg="add del mod">
          <ac:chgData name="Antti Perttunen" userId="3a7455b0-1bc3-4623-8e3b-ee63f6d94295" providerId="ADAL" clId="{AFBE8601-5432-42ED-91DB-3619AE26150A}" dt="2026-01-28T14:46:40.099" v="3023" actId="478"/>
          <ac:spMkLst>
            <pc:docMk/>
            <pc:sldMk cId="2386264504" sldId="286"/>
            <ac:spMk id="4" creationId="{F1249B02-120F-DA0A-5519-06A6E26E1B70}"/>
          </ac:spMkLst>
        </pc:spChg>
        <pc:picChg chg="add mod">
          <ac:chgData name="Antti Perttunen" userId="3a7455b0-1bc3-4623-8e3b-ee63f6d94295" providerId="ADAL" clId="{AFBE8601-5432-42ED-91DB-3619AE26150A}" dt="2026-01-28T14:46:49.869" v="3028" actId="14100"/>
          <ac:picMkLst>
            <pc:docMk/>
            <pc:sldMk cId="2386264504" sldId="286"/>
            <ac:picMk id="6" creationId="{4E725A33-5514-AE3B-F23E-60D2910876CC}"/>
          </ac:picMkLst>
        </pc:picChg>
      </pc:sldChg>
      <pc:sldChg chg="new del">
        <pc:chgData name="Antti Perttunen" userId="3a7455b0-1bc3-4623-8e3b-ee63f6d94295" providerId="ADAL" clId="{AFBE8601-5432-42ED-91DB-3619AE26150A}" dt="2026-01-28T14:48:55.103" v="3098" actId="47"/>
        <pc:sldMkLst>
          <pc:docMk/>
          <pc:sldMk cId="799975740" sldId="287"/>
        </pc:sldMkLst>
      </pc:sldChg>
      <pc:sldChg chg="addSp delSp modSp add mod">
        <pc:chgData name="Antti Perttunen" userId="3a7455b0-1bc3-4623-8e3b-ee63f6d94295" providerId="ADAL" clId="{AFBE8601-5432-42ED-91DB-3619AE26150A}" dt="2026-01-28T14:50:25.331" v="3158" actId="20577"/>
        <pc:sldMkLst>
          <pc:docMk/>
          <pc:sldMk cId="2029995378" sldId="287"/>
        </pc:sldMkLst>
        <pc:spChg chg="mod">
          <ac:chgData name="Antti Perttunen" userId="3a7455b0-1bc3-4623-8e3b-ee63f6d94295" providerId="ADAL" clId="{AFBE8601-5432-42ED-91DB-3619AE26150A}" dt="2026-01-28T14:50:25.331" v="3158" actId="20577"/>
          <ac:spMkLst>
            <pc:docMk/>
            <pc:sldMk cId="2029995378" sldId="287"/>
            <ac:spMk id="3" creationId="{47C6D9C6-13B5-DE5F-2C5F-E62E82531D8F}"/>
          </ac:spMkLst>
        </pc:spChg>
        <pc:picChg chg="add mod">
          <ac:chgData name="Antti Perttunen" userId="3a7455b0-1bc3-4623-8e3b-ee63f6d94295" providerId="ADAL" clId="{AFBE8601-5432-42ED-91DB-3619AE26150A}" dt="2026-01-28T14:49:59.214" v="3120" actId="14100"/>
          <ac:picMkLst>
            <pc:docMk/>
            <pc:sldMk cId="2029995378" sldId="287"/>
            <ac:picMk id="5" creationId="{42DDA14E-9DE7-C31A-189B-46B4CACAA995}"/>
          </ac:picMkLst>
        </pc:picChg>
        <pc:picChg chg="del">
          <ac:chgData name="Antti Perttunen" userId="3a7455b0-1bc3-4623-8e3b-ee63f6d94295" providerId="ADAL" clId="{AFBE8601-5432-42ED-91DB-3619AE26150A}" dt="2026-01-28T14:49:12.168" v="3112" actId="478"/>
          <ac:picMkLst>
            <pc:docMk/>
            <pc:sldMk cId="2029995378" sldId="287"/>
            <ac:picMk id="6" creationId="{C2FE0E3F-F004-411E-DA46-8CB5D00E26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8215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8215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9495C08-7242-4233-86AC-1399CA1C6EBE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1" y="9431600"/>
            <a:ext cx="2946347" cy="498214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51343" y="9431600"/>
            <a:ext cx="2946347" cy="498214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01397C08-D781-4331-863A-FA527468A3E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5559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Tänään opimme asioita </a:t>
            </a:r>
            <a:r>
              <a:rPr lang="fi-FI" b="1" dirty="0" err="1"/>
              <a:t>Entity</a:t>
            </a:r>
            <a:r>
              <a:rPr lang="fi-FI" b="1" dirty="0"/>
              <a:t> </a:t>
            </a:r>
            <a:r>
              <a:rPr lang="fi-FI" b="1" dirty="0" err="1"/>
              <a:t>Relationship</a:t>
            </a:r>
            <a:r>
              <a:rPr lang="fi-FI" b="1" dirty="0"/>
              <a:t> </a:t>
            </a:r>
            <a:r>
              <a:rPr lang="fi-FI" b="1" dirty="0" err="1"/>
              <a:t>Diagram</a:t>
            </a:r>
            <a:r>
              <a:rPr lang="fi-FI" dirty="0"/>
              <a:t> -kaavioista eli </a:t>
            </a:r>
            <a:r>
              <a:rPr lang="fi-FI" b="1" dirty="0"/>
              <a:t>ERD-kaavioista</a:t>
            </a:r>
            <a:r>
              <a:rPr lang="fi-FI" dirty="0"/>
              <a:t>. </a:t>
            </a:r>
          </a:p>
          <a:p>
            <a:pPr lvl="0"/>
            <a:r>
              <a:rPr lang="fi-FI" dirty="0"/>
              <a:t>Aluksi tutustumme </a:t>
            </a:r>
            <a:r>
              <a:rPr lang="fi-FI" dirty="0" err="1"/>
              <a:t>ERD:n</a:t>
            </a:r>
            <a:r>
              <a:rPr lang="fi-FI" dirty="0"/>
              <a:t> yleiskuvaan</a:t>
            </a:r>
          </a:p>
          <a:p>
            <a:pPr lvl="0"/>
            <a:r>
              <a:rPr lang="fi-FI" dirty="0"/>
              <a:t>Sen jälkeen siirrymme syvemmälle ja laadimme ERD- kaavion yhdessä</a:t>
            </a:r>
          </a:p>
          <a:p>
            <a:pPr lvl="0"/>
            <a:r>
              <a:rPr lang="fi-FI" dirty="0"/>
              <a:t>Tutustumme siihen, mitä tarkoittavat entiteetit, attribuutit, </a:t>
            </a:r>
            <a:r>
              <a:rPr lang="fi-FI" dirty="0" err="1"/>
              <a:t>relatiot</a:t>
            </a:r>
            <a:r>
              <a:rPr lang="fi-FI" dirty="0"/>
              <a:t> ja </a:t>
            </a:r>
            <a:r>
              <a:rPr lang="fi-FI" dirty="0" err="1"/>
              <a:t>kardinaliteetit</a:t>
            </a:r>
            <a:endParaRPr lang="fi-FI" dirty="0"/>
          </a:p>
          <a:p>
            <a:pPr lvl="0"/>
            <a:r>
              <a:rPr lang="fi-FI" dirty="0"/>
              <a:t>Tavoitteena on, että tämän kaiken jälkeen osaat rakentaa kokonaisen ERD- kaavion alusta loppuun aivan itse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12918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26">
              <a:defRPr/>
            </a:pPr>
            <a:r>
              <a:rPr lang="fi-FI" dirty="0" err="1"/>
              <a:t>VSCoden</a:t>
            </a:r>
            <a:r>
              <a:rPr lang="fi-FI" dirty="0"/>
              <a:t> käyttäjälle on useita vaihtoehtoja </a:t>
            </a:r>
            <a:r>
              <a:rPr lang="fi-FI" dirty="0" err="1"/>
              <a:t>ERD:n</a:t>
            </a:r>
            <a:r>
              <a:rPr lang="fi-FI" dirty="0"/>
              <a:t> tekemiseen.</a:t>
            </a:r>
          </a:p>
          <a:p>
            <a:pPr defTabSz="914326">
              <a:defRPr/>
            </a:pPr>
            <a:r>
              <a:rPr lang="fi-FI" dirty="0"/>
              <a:t>Voit tehdä koodit </a:t>
            </a:r>
            <a:r>
              <a:rPr lang="fi-FI" dirty="0" err="1"/>
              <a:t>VSCodeen</a:t>
            </a:r>
            <a:r>
              <a:rPr lang="fi-FI" dirty="0"/>
              <a:t> ja esikatselussa näet sen valmiina.</a:t>
            </a:r>
          </a:p>
          <a:p>
            <a:pPr defTabSz="914326">
              <a:defRPr/>
            </a:pPr>
            <a:endParaRPr lang="fi-FI" dirty="0"/>
          </a:p>
          <a:p>
            <a:pPr defTabSz="914326">
              <a:defRPr/>
            </a:pPr>
            <a:r>
              <a:rPr lang="fi-FI" dirty="0"/>
              <a:t>Koodi kirjoitetaan koodi-ikkunaan. Esikatselussa näet kaavan valmiina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796218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Jokaisella entiteetillä on </a:t>
            </a:r>
            <a:r>
              <a:rPr lang="fi-FI" b="1" dirty="0"/>
              <a:t>attribuutteja</a:t>
            </a:r>
            <a:r>
              <a:rPr lang="fi-FI" dirty="0"/>
              <a:t>, eli ominaisuuksia tai piirteitä. Asiakas-entiteetin attribuutteja voisivat olla esimerkiksi:</a:t>
            </a:r>
          </a:p>
          <a:p>
            <a:pPr lvl="0"/>
            <a:r>
              <a:rPr lang="fi-FI" dirty="0"/>
              <a:t>asiakas-ID</a:t>
            </a:r>
          </a:p>
          <a:p>
            <a:pPr lvl="0"/>
            <a:r>
              <a:rPr lang="fi-FI" dirty="0"/>
              <a:t>etunimi</a:t>
            </a:r>
          </a:p>
          <a:p>
            <a:pPr lvl="0"/>
            <a:r>
              <a:rPr lang="fi-FI" dirty="0"/>
              <a:t>sukunimi</a:t>
            </a:r>
          </a:p>
          <a:p>
            <a:pPr lvl="0"/>
            <a:r>
              <a:rPr lang="fi-FI" dirty="0"/>
              <a:t>katuosoite</a:t>
            </a:r>
          </a:p>
          <a:p>
            <a:pPr lvl="0"/>
            <a:r>
              <a:rPr lang="fi-FI" dirty="0"/>
              <a:t>kaupunki</a:t>
            </a:r>
          </a:p>
          <a:p>
            <a:pPr lvl="0"/>
            <a:r>
              <a:rPr lang="fi-FI" dirty="0"/>
              <a:t>postinumero</a:t>
            </a:r>
          </a:p>
          <a:p>
            <a:pPr lvl="0"/>
            <a:r>
              <a:rPr lang="fi-FI" dirty="0"/>
              <a:t>puhelinnumero</a:t>
            </a:r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31984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i-FI" dirty="0"/>
              <a:t>Kun entiteetit ja attribuutit ovat paikallaan, voimme tarkastella </a:t>
            </a:r>
            <a:r>
              <a:rPr lang="fi-FI" b="1" dirty="0"/>
              <a:t>suhteita</a:t>
            </a:r>
            <a:r>
              <a:rPr lang="fi-FI" dirty="0"/>
              <a:t>. Suhteet kuvaavat, miten entiteetit ovat vuorovaikutuksessa keskenään.</a:t>
            </a:r>
          </a:p>
          <a:p>
            <a:pPr lvl="0"/>
            <a:r>
              <a:rPr lang="fi-FI" dirty="0"/>
              <a:t>Kun piirrän viivan kahden entiteetin väliin, osoitan, että niiden välillä on jonkinlainen yhteys tai toiminnallinen suhde.</a:t>
            </a:r>
          </a:p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97C08-D781-4331-863A-FA527468A3E7}" type="slidenum">
              <a:rPr lang="fi-FI" smtClean="0"/>
              <a:t>7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38402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658976A-7AE2-6002-5D97-578D0A25A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E124C894-245D-F56A-7802-E04967106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DB461245-7B45-20AF-DA8C-B7AD4248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B3492C51-2490-9B3E-0C8B-DC4EC900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D5BFC18B-6101-AB9E-7290-E42CA233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2547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215DDBE-51F3-6792-2E6E-BDCB3BEE0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A24CC22-291E-622F-86F1-E003DB851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146C943-827A-EA6F-6886-4AB2FD7C8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41758D3-FEE9-C0F6-EA1D-74D62300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8767F0B-28CF-EBB6-EBD3-E52DA12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4903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7542EA2-C28B-2D54-163F-A9DFCA83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97C9324F-976A-F4D3-7BA5-95D6113F1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F6DEB96-61F5-C4FB-1EE7-F09276C4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4680A73B-93D7-EF5C-3990-58886410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05D4D29-A616-457A-6B19-98394773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538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69195F9-7F1D-890E-1C8B-AB396155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512692F-BF85-56FA-A153-3AB43E79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C494D9FB-C8D4-C051-AB27-0B5CFFFE5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945AC3EC-2B3F-9511-2E28-6E7B4D23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0D560AF1-7EDF-2729-7F3E-B706890D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E3AC754-6851-3866-55BC-9FC0A2BCE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5789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6C6D9B0-F743-96A2-E02C-BBA29A6F9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16A5A0A5-D5EF-03FD-F2CE-8A60385B0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52719458-25C3-E428-1B2F-1C963629B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C11DEFF1-60AE-576D-7F05-431F66F0B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5C5467A2-4205-3061-1DE9-2029F3F9E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B6C6B364-7E23-29E4-CF92-E3678C89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959C0A34-FB90-5D7D-6DBB-2BDCD954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F7B5C5D4-191C-02C6-571C-45C21AD1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649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FFA054-CE66-8E3F-0B28-7CDC826C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DCDE7090-2EF4-5C71-B098-BBCBF3E7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473F1909-ADA8-713E-2735-BA55E1C5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6BF18332-CB29-CD4D-1931-ADEB0F623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8070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2463E1EB-13CE-0B98-4375-EB038C03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AB947B9F-700A-0139-42AB-6C6B5718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F51E3B3-9891-AF18-003D-95193DEB0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65838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4908482-FEA5-0DEE-785D-A24D80C2B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A67176E-9140-BD47-D4CA-B89DC06F9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FF395A06-37C7-9DDE-6CD8-F111962B0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B08BE708-079A-DA60-43C6-670E2F6F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CA15F6AE-9B8C-A09C-8665-9AAE45522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49F29406-643B-2F1D-BDDE-47FD382F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2580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7DE6332-498B-BE4C-DF95-9632C5C7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26BE2EA0-1790-1C8A-25FE-4271B6A55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614F0B6B-BB69-A947-B3C6-F133449FA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F01F7A90-81B1-2308-3972-13EA9B70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1D2D9479-810A-7454-0AB1-BB671FFD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DF98EC5-E469-3A8E-97DC-DEE81F21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91779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5B5CFF1-D87E-C403-FDF8-E7A63FE0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4939835-9A81-FC88-E734-FA9D94EFA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F1ACE20-6614-3BD7-3D4B-0F6F69DE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20F7CBD-E7B9-62FE-0A6D-D842A542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CAC76630-4FE3-DFC9-5D06-E8E05029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612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ACF85271-4ADB-38AC-3735-7CFEAC8E7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958B1153-D835-81F7-85F9-626244236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6CDE8DCF-ADF3-49FD-8E00-DB66608A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7D06C3E1-6D4A-617E-6412-1DC53E313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21B4EC36-DA70-D21D-0C78-AB489AC9A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905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A17F6AFA-12C1-D392-1FD1-CD0293C1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5F32B59E-FF66-D44F-0F94-C0940D3A7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0EBC691E-CF40-214E-4156-C56033B0C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78FD4-BF0A-4FBB-ABC1-E6EFAD9FF644}" type="datetimeFigureOut">
              <a:rPr lang="fi-FI" smtClean="0"/>
              <a:t>28.1.2026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0775867-01F5-4C77-5BA5-068B8566C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1FF413A-9F74-B81B-ED96-DE42B0B86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74D03-0FB5-4387-871B-8F09415CE68F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557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orakulmio: Pyöristetyt kulmat 5">
            <a:extLst>
              <a:ext uri="{FF2B5EF4-FFF2-40B4-BE49-F238E27FC236}">
                <a16:creationId xmlns:a16="http://schemas.microsoft.com/office/drawing/2014/main" id="{B8FFFE87-F629-3404-C4C4-347948AA34F6}"/>
              </a:ext>
            </a:extLst>
          </p:cNvPr>
          <p:cNvSpPr/>
          <p:nvPr/>
        </p:nvSpPr>
        <p:spPr>
          <a:xfrm>
            <a:off x="4137891" y="2724727"/>
            <a:ext cx="3990109" cy="1496291"/>
          </a:xfrm>
          <a:prstGeom prst="roundRect">
            <a:avLst/>
          </a:prstGeom>
          <a:solidFill>
            <a:srgbClr val="0037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1BF3963C-1E95-9D7F-D326-42378EDB7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001818"/>
            <a:ext cx="10058400" cy="8985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fi-FI" sz="5200" dirty="0">
                <a:solidFill>
                  <a:srgbClr val="FFFFFF"/>
                </a:solidFill>
              </a:rPr>
              <a:t>ERD- kaaviot</a:t>
            </a:r>
          </a:p>
        </p:txBody>
      </p:sp>
      <p:sp>
        <p:nvSpPr>
          <p:cNvPr id="3" name="Tekstiruutu 2">
            <a:extLst>
              <a:ext uri="{FF2B5EF4-FFF2-40B4-BE49-F238E27FC236}">
                <a16:creationId xmlns:a16="http://schemas.microsoft.com/office/drawing/2014/main" id="{66F06584-D921-7626-88A0-E4E472EF638C}"/>
              </a:ext>
            </a:extLst>
          </p:cNvPr>
          <p:cNvSpPr txBox="1"/>
          <p:nvPr/>
        </p:nvSpPr>
        <p:spPr>
          <a:xfrm>
            <a:off x="4963886" y="3715662"/>
            <a:ext cx="2587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>
                <a:solidFill>
                  <a:schemeClr val="bg1"/>
                </a:solidFill>
              </a:rPr>
              <a:t>Osa 2: </a:t>
            </a:r>
            <a:r>
              <a:rPr lang="fi-FI" dirty="0" err="1">
                <a:solidFill>
                  <a:schemeClr val="bg1"/>
                </a:solidFill>
              </a:rPr>
              <a:t>ERD:n</a:t>
            </a:r>
            <a:r>
              <a:rPr lang="fi-FI" dirty="0">
                <a:solidFill>
                  <a:schemeClr val="bg1"/>
                </a:solidFill>
              </a:rPr>
              <a:t> tekeminen</a:t>
            </a:r>
          </a:p>
        </p:txBody>
      </p:sp>
    </p:spTree>
    <p:extLst>
      <p:ext uri="{BB962C8B-B14F-4D97-AF65-F5344CB8AC3E}">
        <p14:creationId xmlns:p14="http://schemas.microsoft.com/office/powerpoint/2010/main" val="2776949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74BCAB5-6E1C-EFAE-8D42-34ADB6F8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b="1" dirty="0" err="1"/>
              <a:t>ERD:n</a:t>
            </a:r>
            <a:r>
              <a:rPr lang="fi-FI" b="1" dirty="0"/>
              <a:t> tekeminen </a:t>
            </a:r>
            <a:r>
              <a:rPr lang="fi-FI" b="1" dirty="0" err="1"/>
              <a:t>VSC:lla</a:t>
            </a:r>
            <a:endParaRPr lang="fi-FI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F4FD878-A7C5-DCB9-464B-6DBAE6F2C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76309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Tässä käymme läpi </a:t>
            </a:r>
            <a:r>
              <a:rPr lang="fi-FI" dirty="0" err="1"/>
              <a:t>ERD:n</a:t>
            </a:r>
            <a:r>
              <a:rPr lang="fi-FI" dirty="0"/>
              <a:t> tekemisen </a:t>
            </a:r>
            <a:r>
              <a:rPr lang="fi-FI" dirty="0" err="1"/>
              <a:t>VSCodella</a:t>
            </a:r>
            <a:endParaRPr lang="fi-FI" dirty="0"/>
          </a:p>
          <a:p>
            <a:pPr lvl="0"/>
            <a:r>
              <a:rPr lang="fi-FI" dirty="0"/>
              <a:t>Asenna </a:t>
            </a:r>
            <a:r>
              <a:rPr lang="fi-FI" dirty="0" err="1"/>
              <a:t>VSCodeen</a:t>
            </a:r>
            <a:r>
              <a:rPr lang="fi-FI" dirty="0"/>
              <a:t> </a:t>
            </a:r>
            <a:r>
              <a:rPr lang="fi-FI" dirty="0" err="1"/>
              <a:t>mermaid</a:t>
            </a:r>
            <a:r>
              <a:rPr lang="fi-FI" dirty="0"/>
              <a:t>- lisäosa </a:t>
            </a:r>
          </a:p>
          <a:p>
            <a:pPr lvl="1"/>
            <a:r>
              <a:rPr lang="en-US" dirty="0"/>
              <a:t>Markdown Preview Mermaid Support </a:t>
            </a:r>
          </a:p>
          <a:p>
            <a:pPr lvl="1"/>
            <a:r>
              <a:rPr lang="en-US" dirty="0" err="1"/>
              <a:t>Julkaisija</a:t>
            </a:r>
            <a:r>
              <a:rPr lang="en-US" dirty="0"/>
              <a:t> Bierner</a:t>
            </a:r>
          </a:p>
          <a:p>
            <a:pPr lvl="1"/>
            <a:r>
              <a:rPr lang="en-US" dirty="0" err="1"/>
              <a:t>Asennus</a:t>
            </a:r>
            <a:r>
              <a:rPr lang="en-US" dirty="0"/>
              <a:t>: </a:t>
            </a:r>
            <a:r>
              <a:rPr lang="en-US" dirty="0">
                <a:highlight>
                  <a:srgbClr val="FFFF00"/>
                </a:highlight>
              </a:rPr>
              <a:t>Ctrl + Shift + X</a:t>
            </a:r>
            <a:r>
              <a:rPr lang="en-US" dirty="0"/>
              <a:t> → </a:t>
            </a:r>
            <a:r>
              <a:rPr lang="en-US" dirty="0" err="1">
                <a:highlight>
                  <a:srgbClr val="FFFF00"/>
                </a:highlight>
              </a:rPr>
              <a:t>hae</a:t>
            </a:r>
            <a:r>
              <a:rPr lang="en-US" dirty="0">
                <a:highlight>
                  <a:srgbClr val="FFFF00"/>
                </a:highlight>
              </a:rPr>
              <a:t> “Markdown Preview Mermaid Support”</a:t>
            </a:r>
            <a:r>
              <a:rPr lang="en-US" dirty="0"/>
              <a:t> → </a:t>
            </a:r>
            <a:r>
              <a:rPr lang="en-US" dirty="0" err="1"/>
              <a:t>Asenna</a:t>
            </a:r>
            <a:endParaRPr lang="en-US" dirty="0"/>
          </a:p>
          <a:p>
            <a:r>
              <a:rPr lang="en-US" dirty="0" err="1"/>
              <a:t>Asenna</a:t>
            </a:r>
            <a:r>
              <a:rPr lang="en-US" dirty="0"/>
              <a:t> </a:t>
            </a:r>
            <a:r>
              <a:rPr lang="en-US" dirty="0" err="1"/>
              <a:t>CSCoden</a:t>
            </a:r>
            <a:r>
              <a:rPr lang="en-US" dirty="0"/>
              <a:t> </a:t>
            </a:r>
            <a:r>
              <a:rPr lang="en-US" dirty="0" err="1"/>
              <a:t>asetuksiin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AVAA User Settings (JSON)</a:t>
            </a:r>
          </a:p>
          <a:p>
            <a:pPr lvl="1"/>
            <a:r>
              <a:rPr lang="en-US" dirty="0" err="1"/>
              <a:t>Lisää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markdown.preview.mermaid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true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pPr marL="0" lvl="0" indent="0">
              <a:buNone/>
            </a:pPr>
            <a:endParaRPr lang="fi-FI" dirty="0"/>
          </a:p>
          <a:p>
            <a:endParaRPr lang="fi-FI" dirty="0"/>
          </a:p>
        </p:txBody>
      </p:sp>
      <p:pic>
        <p:nvPicPr>
          <p:cNvPr id="4" name="Kuva 3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2075F2EE-F0A9-56B9-4F94-1A62C5807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514" y="1154568"/>
            <a:ext cx="3417863" cy="2274432"/>
          </a:xfrm>
          <a:prstGeom prst="rect">
            <a:avLst/>
          </a:prstGeom>
        </p:spPr>
      </p:pic>
      <p:pic>
        <p:nvPicPr>
          <p:cNvPr id="6" name="Kuva 5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168957C1-A622-A38A-CB36-E7D88C4A4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9497" y="3767529"/>
            <a:ext cx="1047896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4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C298B41-C36D-32BD-DF0A-CAD26BF5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Työkaluna </a:t>
            </a:r>
            <a:r>
              <a:rPr lang="fi-FI" b="1" dirty="0" err="1"/>
              <a:t>Mermaid</a:t>
            </a:r>
            <a:r>
              <a:rPr lang="fi-FI" b="1" dirty="0"/>
              <a:t> </a:t>
            </a:r>
            <a:r>
              <a:rPr lang="fi-FI" b="1" dirty="0" err="1"/>
              <a:t>VSCodessa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BFD9C6F-8494-9B54-500D-89E61CAC8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AutoNum type="arabicPeriod"/>
            </a:pPr>
            <a:r>
              <a:rPr lang="fi-FI" dirty="0"/>
              <a:t>Asenna laajennus:</a:t>
            </a:r>
          </a:p>
          <a:p>
            <a:pPr lvl="1"/>
            <a:r>
              <a:rPr lang="fi-FI" dirty="0" err="1"/>
              <a:t>Ctrl+Shift+x</a:t>
            </a:r>
            <a:r>
              <a:rPr lang="fi-FI" dirty="0"/>
              <a:t> </a:t>
            </a:r>
            <a:r>
              <a:rPr lang="fi-FI" dirty="0">
                <a:sym typeface="Wingdings" panose="05000000000000000000" pitchFamily="2" charset="2"/>
              </a:rPr>
              <a:t> </a:t>
            </a:r>
            <a:r>
              <a:rPr lang="fi-FI" dirty="0" err="1">
                <a:sym typeface="Wingdings" panose="05000000000000000000" pitchFamily="2" charset="2"/>
              </a:rPr>
              <a:t>Markdown</a:t>
            </a:r>
            <a:r>
              <a:rPr lang="fi-FI" dirty="0">
                <a:sym typeface="Wingdings" panose="05000000000000000000" pitchFamily="2" charset="2"/>
              </a:rPr>
              <a:t> Preview </a:t>
            </a:r>
            <a:r>
              <a:rPr lang="fi-FI" dirty="0" err="1">
                <a:sym typeface="Wingdings" panose="05000000000000000000" pitchFamily="2" charset="2"/>
              </a:rPr>
              <a:t>Mermaid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Support</a:t>
            </a:r>
            <a:r>
              <a:rPr lang="fi-FI" dirty="0">
                <a:sym typeface="Wingdings" panose="05000000000000000000" pitchFamily="2" charset="2"/>
              </a:rPr>
              <a:t> (julk. </a:t>
            </a:r>
            <a:r>
              <a:rPr lang="fi-FI" dirty="0" err="1">
                <a:sym typeface="Wingdings" panose="05000000000000000000" pitchFamily="2" charset="2"/>
              </a:rPr>
              <a:t>Bierner</a:t>
            </a:r>
            <a:r>
              <a:rPr lang="fi-FI" dirty="0">
                <a:sym typeface="Wingdings" panose="05000000000000000000" pitchFamily="2" charset="2"/>
              </a:rPr>
              <a:t>)</a:t>
            </a:r>
          </a:p>
          <a:p>
            <a:pPr marL="514350" indent="-514350"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Salli </a:t>
            </a:r>
            <a:r>
              <a:rPr lang="fi-FI" dirty="0" err="1">
                <a:sym typeface="Wingdings" panose="05000000000000000000" pitchFamily="2" charset="2"/>
              </a:rPr>
              <a:t>Mermaid</a:t>
            </a:r>
            <a:r>
              <a:rPr lang="fi-FI" dirty="0">
                <a:sym typeface="Wingdings" panose="05000000000000000000" pitchFamily="2" charset="2"/>
              </a:rPr>
              <a:t> </a:t>
            </a:r>
            <a:r>
              <a:rPr lang="fi-FI" dirty="0" err="1">
                <a:sym typeface="Wingdings" panose="05000000000000000000" pitchFamily="2" charset="2"/>
              </a:rPr>
              <a:t>Markdown</a:t>
            </a:r>
            <a:r>
              <a:rPr lang="fi-FI" dirty="0">
                <a:sym typeface="Wingdings" panose="05000000000000000000" pitchFamily="2" charset="2"/>
              </a:rPr>
              <a:t> esikatselussa</a:t>
            </a:r>
          </a:p>
          <a:p>
            <a:pPr lvl="1"/>
            <a:r>
              <a:rPr lang="fi-FI" dirty="0" err="1">
                <a:sym typeface="Wingdings" panose="05000000000000000000" pitchFamily="2" charset="2"/>
              </a:rPr>
              <a:t>Ctrl+Shift+P</a:t>
            </a:r>
            <a:r>
              <a:rPr lang="fi-FI" dirty="0">
                <a:sym typeface="Wingdings" panose="05000000000000000000" pitchFamily="2" charset="2"/>
              </a:rPr>
              <a:t>  </a:t>
            </a:r>
            <a:r>
              <a:rPr lang="fi-FI" b="1" dirty="0" err="1">
                <a:sym typeface="Wingdings" panose="05000000000000000000" pitchFamily="2" charset="2"/>
              </a:rPr>
              <a:t>Preferences</a:t>
            </a:r>
            <a:r>
              <a:rPr lang="fi-FI" b="1" dirty="0">
                <a:sym typeface="Wingdings" panose="05000000000000000000" pitchFamily="2" charset="2"/>
              </a:rPr>
              <a:t> Open User </a:t>
            </a:r>
            <a:r>
              <a:rPr lang="fi-FI" b="1" dirty="0" err="1">
                <a:sym typeface="Wingdings" panose="05000000000000000000" pitchFamily="2" charset="2"/>
              </a:rPr>
              <a:t>Settings</a:t>
            </a:r>
            <a:r>
              <a:rPr lang="fi-FI" b="1" dirty="0">
                <a:sym typeface="Wingdings" panose="05000000000000000000" pitchFamily="2" charset="2"/>
              </a:rPr>
              <a:t> </a:t>
            </a:r>
            <a:br>
              <a:rPr lang="fi-FI" b="1" dirty="0">
                <a:sym typeface="Wingdings" panose="05000000000000000000" pitchFamily="2" charset="2"/>
              </a:rPr>
            </a:br>
            <a:r>
              <a:rPr lang="fi-FI" dirty="0">
                <a:sym typeface="Wingdings" panose="05000000000000000000" pitchFamily="2" charset="2"/>
              </a:rPr>
              <a:t>(JSON)</a:t>
            </a:r>
            <a:br>
              <a:rPr lang="fi-FI" dirty="0">
                <a:sym typeface="Wingdings" panose="05000000000000000000" pitchFamily="2" charset="2"/>
              </a:rPr>
            </a:br>
            <a:r>
              <a:rPr lang="fi-FI" dirty="0">
                <a:sym typeface="Wingdings" panose="05000000000000000000" pitchFamily="2" charset="2"/>
              </a:rPr>
              <a:t> lisää "</a:t>
            </a:r>
            <a:r>
              <a:rPr lang="fi-FI" dirty="0" err="1">
                <a:sym typeface="Wingdings" panose="05000000000000000000" pitchFamily="2" charset="2"/>
              </a:rPr>
              <a:t>markdown.preview.mermaid</a:t>
            </a:r>
            <a:r>
              <a:rPr lang="fi-FI" dirty="0">
                <a:sym typeface="Wingdings" panose="05000000000000000000" pitchFamily="2" charset="2"/>
              </a:rPr>
              <a:t>": </a:t>
            </a:r>
            <a:r>
              <a:rPr lang="fi-FI" dirty="0" err="1">
                <a:sym typeface="Wingdings" panose="05000000000000000000" pitchFamily="2" charset="2"/>
              </a:rPr>
              <a:t>true</a:t>
            </a:r>
            <a:endParaRPr lang="fi-FI" dirty="0">
              <a:sym typeface="Wingdings" panose="05000000000000000000" pitchFamily="2" charset="2"/>
            </a:endParaRPr>
          </a:p>
          <a:p>
            <a:pPr lvl="1"/>
            <a:r>
              <a:rPr lang="fi-FI" dirty="0">
                <a:sym typeface="Wingdings" panose="05000000000000000000" pitchFamily="2" charset="2"/>
              </a:rPr>
              <a:t>Tallenna: </a:t>
            </a:r>
            <a:r>
              <a:rPr lang="fi-FI" dirty="0" err="1">
                <a:sym typeface="Wingdings" panose="05000000000000000000" pitchFamily="2" charset="2"/>
              </a:rPr>
              <a:t>ctrl+s</a:t>
            </a:r>
            <a:endParaRPr lang="fi-FI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Avaa </a:t>
            </a:r>
            <a:r>
              <a:rPr lang="fi-FI" dirty="0" err="1">
                <a:sym typeface="Wingdings" panose="05000000000000000000" pitchFamily="2" charset="2"/>
              </a:rPr>
              <a:t>VSCodessa</a:t>
            </a:r>
            <a:r>
              <a:rPr lang="fi-FI" dirty="0">
                <a:sym typeface="Wingdings" panose="05000000000000000000" pitchFamily="2" charset="2"/>
              </a:rPr>
              <a:t> .</a:t>
            </a:r>
            <a:r>
              <a:rPr lang="fi-FI" dirty="0" err="1">
                <a:sym typeface="Wingdings" panose="05000000000000000000" pitchFamily="2" charset="2"/>
              </a:rPr>
              <a:t>md-</a:t>
            </a:r>
            <a:r>
              <a:rPr lang="fi-FI" dirty="0">
                <a:sym typeface="Wingdings" panose="05000000000000000000" pitchFamily="2" charset="2"/>
              </a:rPr>
              <a:t> tiedosto</a:t>
            </a:r>
          </a:p>
          <a:p>
            <a:pPr marL="514350" indent="-514350"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Avaa esikatselu </a:t>
            </a:r>
            <a:r>
              <a:rPr lang="fi-FI" dirty="0" err="1">
                <a:sym typeface="Wingdings" panose="05000000000000000000" pitchFamily="2" charset="2"/>
              </a:rPr>
              <a:t>Ctrl+Shift+V</a:t>
            </a:r>
            <a:endParaRPr lang="fi-FI" dirty="0">
              <a:sym typeface="Wingdings" panose="05000000000000000000" pitchFamily="2" charset="2"/>
            </a:endParaRPr>
          </a:p>
          <a:p>
            <a:pPr marL="514350" indent="-514350"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Kirjoita oikealla näkyvä testikoodi</a:t>
            </a:r>
          </a:p>
          <a:p>
            <a:pPr marL="457200" indent="-457200">
              <a:buFont typeface="+mj-lt"/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Katso esikatselusta</a:t>
            </a:r>
          </a:p>
          <a:p>
            <a:pPr marL="457200" indent="-457200">
              <a:buFont typeface="+mj-lt"/>
              <a:buAutoNum type="arabicPeriod"/>
            </a:pPr>
            <a:r>
              <a:rPr lang="fi-FI" dirty="0">
                <a:sym typeface="Wingdings" panose="05000000000000000000" pitchFamily="2" charset="2"/>
              </a:rPr>
              <a:t>Onnistuiko?</a:t>
            </a:r>
          </a:p>
          <a:p>
            <a:pPr marL="514350" indent="-514350">
              <a:buAutoNum type="arabicPeriod"/>
            </a:pPr>
            <a:endParaRPr lang="fi-FI" dirty="0"/>
          </a:p>
        </p:txBody>
      </p:sp>
      <p:pic>
        <p:nvPicPr>
          <p:cNvPr id="6" name="Kuva 5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5FDB707C-30D3-8775-7DFA-969BA12B8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795" y="4301835"/>
            <a:ext cx="3417863" cy="2274432"/>
          </a:xfrm>
          <a:prstGeom prst="rect">
            <a:avLst/>
          </a:prstGeom>
        </p:spPr>
      </p:pic>
      <p:pic>
        <p:nvPicPr>
          <p:cNvPr id="8" name="Kuva 7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D49FBABB-211E-A915-950C-C1FEEADC2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4495" y="4146470"/>
            <a:ext cx="1047896" cy="2638793"/>
          </a:xfrm>
          <a:prstGeom prst="rect">
            <a:avLst/>
          </a:prstGeom>
        </p:spPr>
      </p:pic>
      <p:sp>
        <p:nvSpPr>
          <p:cNvPr id="9" name="Nuoli: Oikea 8">
            <a:extLst>
              <a:ext uri="{FF2B5EF4-FFF2-40B4-BE49-F238E27FC236}">
                <a16:creationId xmlns:a16="http://schemas.microsoft.com/office/drawing/2014/main" id="{8B0C769E-7F20-FA22-4E83-A5312C1AD9E2}"/>
              </a:ext>
            </a:extLst>
          </p:cNvPr>
          <p:cNvSpPr/>
          <p:nvPr/>
        </p:nvSpPr>
        <p:spPr>
          <a:xfrm>
            <a:off x="10785764" y="5153891"/>
            <a:ext cx="280554" cy="6234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1202FCDF-3608-2E2B-736D-A3F3113E8DA7}"/>
              </a:ext>
            </a:extLst>
          </p:cNvPr>
          <p:cNvSpPr txBox="1"/>
          <p:nvPr/>
        </p:nvSpPr>
        <p:spPr>
          <a:xfrm>
            <a:off x="8732038" y="3062735"/>
            <a:ext cx="1647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Koodin alussa:</a:t>
            </a:r>
            <a:br>
              <a:rPr lang="fi-FI" dirty="0"/>
            </a:br>
            <a:endParaRPr lang="fi-FI" dirty="0"/>
          </a:p>
        </p:txBody>
      </p:sp>
      <p:sp>
        <p:nvSpPr>
          <p:cNvPr id="13" name="Suorakulmio: Pyöristetyt kulmat 12">
            <a:extLst>
              <a:ext uri="{FF2B5EF4-FFF2-40B4-BE49-F238E27FC236}">
                <a16:creationId xmlns:a16="http://schemas.microsoft.com/office/drawing/2014/main" id="{37429470-50BF-F96C-877F-48BB891C0BF0}"/>
              </a:ext>
            </a:extLst>
          </p:cNvPr>
          <p:cNvSpPr/>
          <p:nvPr/>
        </p:nvSpPr>
        <p:spPr>
          <a:xfrm>
            <a:off x="8531514" y="3429000"/>
            <a:ext cx="1196686" cy="5834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i-FI" sz="2800" b="1" dirty="0"/>
              <a:t>↑</a:t>
            </a:r>
            <a:endParaRPr lang="fi-FI" b="1" dirty="0"/>
          </a:p>
        </p:txBody>
      </p:sp>
      <p:grpSp>
        <p:nvGrpSpPr>
          <p:cNvPr id="18" name="Ryhmä 17">
            <a:extLst>
              <a:ext uri="{FF2B5EF4-FFF2-40B4-BE49-F238E27FC236}">
                <a16:creationId xmlns:a16="http://schemas.microsoft.com/office/drawing/2014/main" id="{A21F5F99-EBB5-5EF9-388F-33B1A77B397A}"/>
              </a:ext>
            </a:extLst>
          </p:cNvPr>
          <p:cNvGrpSpPr/>
          <p:nvPr/>
        </p:nvGrpSpPr>
        <p:grpSpPr>
          <a:xfrm>
            <a:off x="10013594" y="3403726"/>
            <a:ext cx="655562" cy="617858"/>
            <a:chOff x="10940694" y="3403726"/>
            <a:chExt cx="655562" cy="617858"/>
          </a:xfrm>
        </p:grpSpPr>
        <p:sp>
          <p:nvSpPr>
            <p:cNvPr id="14" name="Suorakulmio: Pyöristetyt kulmat 13">
              <a:extLst>
                <a:ext uri="{FF2B5EF4-FFF2-40B4-BE49-F238E27FC236}">
                  <a16:creationId xmlns:a16="http://schemas.microsoft.com/office/drawing/2014/main" id="{2C1F4DEA-E526-C121-9C57-8731A222F746}"/>
                </a:ext>
              </a:extLst>
            </p:cNvPr>
            <p:cNvSpPr/>
            <p:nvPr/>
          </p:nvSpPr>
          <p:spPr>
            <a:xfrm>
              <a:off x="10940694" y="3438124"/>
              <a:ext cx="655562" cy="5834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dirty="0"/>
            </a:p>
          </p:txBody>
        </p:sp>
        <p:sp>
          <p:nvSpPr>
            <p:cNvPr id="15" name="Tekstiruutu 14">
              <a:extLst>
                <a:ext uri="{FF2B5EF4-FFF2-40B4-BE49-F238E27FC236}">
                  <a16:creationId xmlns:a16="http://schemas.microsoft.com/office/drawing/2014/main" id="{0ADEFD45-C4C0-478C-8D4F-3B69994E3463}"/>
                </a:ext>
              </a:extLst>
            </p:cNvPr>
            <p:cNvSpPr txBox="1"/>
            <p:nvPr/>
          </p:nvSpPr>
          <p:spPr>
            <a:xfrm>
              <a:off x="11100911" y="3403726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i-FI" sz="3200" b="1" dirty="0">
                  <a:solidFill>
                    <a:schemeClr val="bg1"/>
                  </a:solidFill>
                </a:rPr>
                <a:t>`</a:t>
              </a:r>
            </a:p>
          </p:txBody>
        </p:sp>
      </p:grpSp>
      <p:sp>
        <p:nvSpPr>
          <p:cNvPr id="17" name="Tekstiruutu 16">
            <a:extLst>
              <a:ext uri="{FF2B5EF4-FFF2-40B4-BE49-F238E27FC236}">
                <a16:creationId xmlns:a16="http://schemas.microsoft.com/office/drawing/2014/main" id="{F1802B20-44B3-4518-8FFC-F3411692431D}"/>
              </a:ext>
            </a:extLst>
          </p:cNvPr>
          <p:cNvSpPr txBox="1"/>
          <p:nvPr/>
        </p:nvSpPr>
        <p:spPr>
          <a:xfrm>
            <a:off x="11066550" y="3709066"/>
            <a:ext cx="39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3600" b="1" dirty="0">
                <a:solidFill>
                  <a:schemeClr val="bg1"/>
                </a:solidFill>
              </a:rPr>
              <a:t>´</a:t>
            </a:r>
          </a:p>
        </p:txBody>
      </p:sp>
      <p:sp>
        <p:nvSpPr>
          <p:cNvPr id="19" name="Suorakulmio: Pyöristetyt kulmat 18">
            <a:extLst>
              <a:ext uri="{FF2B5EF4-FFF2-40B4-BE49-F238E27FC236}">
                <a16:creationId xmlns:a16="http://schemas.microsoft.com/office/drawing/2014/main" id="{1C99F22F-1798-3EC4-A256-32E04C7F090E}"/>
              </a:ext>
            </a:extLst>
          </p:cNvPr>
          <p:cNvSpPr/>
          <p:nvPr/>
        </p:nvSpPr>
        <p:spPr>
          <a:xfrm>
            <a:off x="10915674" y="3419876"/>
            <a:ext cx="1196686" cy="5834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i-FI" sz="2400" b="1" dirty="0" err="1"/>
              <a:t>space</a:t>
            </a:r>
            <a:endParaRPr lang="fi-FI" sz="1600" b="1" dirty="0"/>
          </a:p>
        </p:txBody>
      </p:sp>
      <p:sp>
        <p:nvSpPr>
          <p:cNvPr id="20" name="Tekstiruutu 19">
            <a:extLst>
              <a:ext uri="{FF2B5EF4-FFF2-40B4-BE49-F238E27FC236}">
                <a16:creationId xmlns:a16="http://schemas.microsoft.com/office/drawing/2014/main" id="{D21E5441-497B-3B53-3765-97F4EFDF6A42}"/>
              </a:ext>
            </a:extLst>
          </p:cNvPr>
          <p:cNvSpPr txBox="1"/>
          <p:nvPr/>
        </p:nvSpPr>
        <p:spPr>
          <a:xfrm>
            <a:off x="9742367" y="35650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26496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A7ABB90-9CF0-2A89-745E-FBBC8594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Kertaus: </a:t>
            </a:r>
            <a:r>
              <a:rPr lang="fi-FI" dirty="0" err="1"/>
              <a:t>ERD:llä</a:t>
            </a:r>
            <a:r>
              <a:rPr lang="fi-FI" dirty="0"/>
              <a:t> voidaan kuvata tietokannan osia ja osien välisiä suhteita (”relaatioita”)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8D37446-0EAA-0150-AC00-62578BFB2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Esimerkiksi, että ”tässä tietokannassa…”</a:t>
            </a:r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D36F28A6-D3DA-7738-E381-CF949B0BB9E0}"/>
              </a:ext>
            </a:extLst>
          </p:cNvPr>
          <p:cNvSpPr txBox="1"/>
          <p:nvPr/>
        </p:nvSpPr>
        <p:spPr>
          <a:xfrm>
            <a:off x="933820" y="4944401"/>
            <a:ext cx="13093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jokaisella henkilöllä</a:t>
            </a:r>
          </a:p>
          <a:p>
            <a:r>
              <a:rPr lang="fi-FI" sz="1200" dirty="0"/>
              <a:t>on yksi ja vain yksi</a:t>
            </a:r>
          </a:p>
          <a:p>
            <a:r>
              <a:rPr lang="fi-FI" sz="1200" dirty="0"/>
              <a:t>Henkilötunnus. Ja tietty hetu kuuluu vain yhdelle ihmiselle</a:t>
            </a:r>
          </a:p>
        </p:txBody>
      </p:sp>
      <p:pic>
        <p:nvPicPr>
          <p:cNvPr id="18" name="Kuva 17" descr="Kuva, joka sisältää kohteen teksti, kuvakaappaus, Fontti, diagrammi&#10;&#10;Tekoälyllä luotu sisältö voi olla virheellistä.">
            <a:extLst>
              <a:ext uri="{FF2B5EF4-FFF2-40B4-BE49-F238E27FC236}">
                <a16:creationId xmlns:a16="http://schemas.microsoft.com/office/drawing/2014/main" id="{9D6432BF-270A-C35F-AF9A-53AE0252F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13" y="2234521"/>
            <a:ext cx="1448002" cy="2695951"/>
          </a:xfrm>
          <a:prstGeom prst="rect">
            <a:avLst/>
          </a:prstGeom>
        </p:spPr>
      </p:pic>
      <p:pic>
        <p:nvPicPr>
          <p:cNvPr id="20" name="Kuva 19" descr="Kuva, joka sisältää kohteen teksti, kuvakaappaus, Fontti, diagrammi&#10;&#10;Tekoälyllä luotu sisältö voi olla virheellistä.">
            <a:extLst>
              <a:ext uri="{FF2B5EF4-FFF2-40B4-BE49-F238E27FC236}">
                <a16:creationId xmlns:a16="http://schemas.microsoft.com/office/drawing/2014/main" id="{713D37C2-10B0-81BA-1394-59F53EB72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512" y="2257976"/>
            <a:ext cx="1619476" cy="2686425"/>
          </a:xfrm>
          <a:prstGeom prst="rect">
            <a:avLst/>
          </a:prstGeom>
        </p:spPr>
      </p:pic>
      <p:sp>
        <p:nvSpPr>
          <p:cNvPr id="21" name="Tekstiruutu 20">
            <a:extLst>
              <a:ext uri="{FF2B5EF4-FFF2-40B4-BE49-F238E27FC236}">
                <a16:creationId xmlns:a16="http://schemas.microsoft.com/office/drawing/2014/main" id="{2A14CE89-C314-3F8F-4875-AD46B803EED5}"/>
              </a:ext>
            </a:extLst>
          </p:cNvPr>
          <p:cNvSpPr txBox="1"/>
          <p:nvPr/>
        </p:nvSpPr>
        <p:spPr>
          <a:xfrm>
            <a:off x="2447511" y="4944401"/>
            <a:ext cx="1528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autoissa on yksilöllinen rekisterinumero.</a:t>
            </a:r>
          </a:p>
          <a:p>
            <a:r>
              <a:rPr lang="fi-FI" sz="1200" dirty="0"/>
              <a:t>Yksi </a:t>
            </a:r>
            <a:r>
              <a:rPr lang="fi-FI" sz="1200" dirty="0" err="1"/>
              <a:t>reksiterinumero</a:t>
            </a:r>
            <a:r>
              <a:rPr lang="fi-FI" sz="1200" dirty="0"/>
              <a:t> kuuluu yhdelle ja vain yhdelle autolle</a:t>
            </a:r>
          </a:p>
        </p:txBody>
      </p:sp>
      <p:pic>
        <p:nvPicPr>
          <p:cNvPr id="25" name="Kuva 24" descr="Kuva, joka sisältää kohteen teksti, Fontti, diagrammi, kuvakaappaus&#10;&#10;Tekoälyllä luotu sisältö voi olla virheellistä.">
            <a:extLst>
              <a:ext uri="{FF2B5EF4-FFF2-40B4-BE49-F238E27FC236}">
                <a16:creationId xmlns:a16="http://schemas.microsoft.com/office/drawing/2014/main" id="{BB7BC1E1-F6F6-2109-7412-D58A31865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885" y="2315134"/>
            <a:ext cx="1495634" cy="2629267"/>
          </a:xfrm>
          <a:prstGeom prst="rect">
            <a:avLst/>
          </a:prstGeom>
        </p:spPr>
      </p:pic>
      <p:sp>
        <p:nvSpPr>
          <p:cNvPr id="26" name="Tekstiruutu 25">
            <a:extLst>
              <a:ext uri="{FF2B5EF4-FFF2-40B4-BE49-F238E27FC236}">
                <a16:creationId xmlns:a16="http://schemas.microsoft.com/office/drawing/2014/main" id="{8F94ACF5-1ED5-65AF-9218-8E6E2CD9B242}"/>
              </a:ext>
            </a:extLst>
          </p:cNvPr>
          <p:cNvSpPr txBox="1"/>
          <p:nvPr/>
        </p:nvSpPr>
        <p:spPr>
          <a:xfrm>
            <a:off x="4175884" y="4944401"/>
            <a:ext cx="1409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salasana tuottaa yksilöllisen salasanatiivisteen (</a:t>
            </a:r>
            <a:r>
              <a:rPr lang="fi-FI" sz="1200" dirty="0" err="1"/>
              <a:t>Password</a:t>
            </a:r>
            <a:r>
              <a:rPr lang="fi-FI" sz="1200" dirty="0"/>
              <a:t> </a:t>
            </a:r>
            <a:r>
              <a:rPr lang="fi-FI" sz="1200" dirty="0" err="1"/>
              <a:t>Hash</a:t>
            </a:r>
            <a:r>
              <a:rPr lang="fi-FI" sz="1200" dirty="0"/>
              <a:t>)</a:t>
            </a:r>
          </a:p>
        </p:txBody>
      </p:sp>
      <p:sp>
        <p:nvSpPr>
          <p:cNvPr id="27" name="Tekstiruutu 26">
            <a:extLst>
              <a:ext uri="{FF2B5EF4-FFF2-40B4-BE49-F238E27FC236}">
                <a16:creationId xmlns:a16="http://schemas.microsoft.com/office/drawing/2014/main" id="{5149D2B4-535E-5F40-BDEF-58BA338AD742}"/>
              </a:ext>
            </a:extLst>
          </p:cNvPr>
          <p:cNvSpPr txBox="1"/>
          <p:nvPr/>
        </p:nvSpPr>
        <p:spPr>
          <a:xfrm>
            <a:off x="6524368" y="2553730"/>
            <a:ext cx="5222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Henkilön ja henkilötunnuksen </a:t>
            </a:r>
            <a:r>
              <a:rPr lang="fi-FI" dirty="0" err="1"/>
              <a:t>yhteden</a:t>
            </a:r>
            <a:r>
              <a:rPr lang="fi-FI" dirty="0"/>
              <a:t> saat tehtyä </a:t>
            </a:r>
            <a:r>
              <a:rPr lang="fi-FI" dirty="0" err="1"/>
              <a:t>VSC:ssa</a:t>
            </a:r>
            <a:r>
              <a:rPr lang="fi-FI" dirty="0"/>
              <a:t> näin (muuta tekstiä, jotta saat oikeanlaisen kuvaajan):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DD21735A-F20C-E214-3574-3358C5B5E3C9}"/>
              </a:ext>
            </a:extLst>
          </p:cNvPr>
          <p:cNvSpPr txBox="1"/>
          <p:nvPr/>
        </p:nvSpPr>
        <p:spPr>
          <a:xfrm>
            <a:off x="6701907" y="3872904"/>
            <a:ext cx="36215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  <a:r>
              <a:rPr lang="fi-FI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mermaid</a:t>
            </a:r>
            <a:endParaRPr lang="fi-FI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erDiagram</a:t>
            </a:r>
            <a:endParaRPr lang="fi-FI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   jotain ||--|| muuta : "ahaa"</a:t>
            </a:r>
          </a:p>
          <a:p>
            <a:r>
              <a:rPr lang="fi-FI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</p:txBody>
      </p:sp>
    </p:spTree>
    <p:extLst>
      <p:ext uri="{BB962C8B-B14F-4D97-AF65-F5344CB8AC3E}">
        <p14:creationId xmlns:p14="http://schemas.microsoft.com/office/powerpoint/2010/main" val="270920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02BFA06-3038-4CD3-9A33-048006D8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Katsotaan tarkemmin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CBFB2BA-F6DF-2FFD-8898-071DD7AE6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Koodissa on ensin kolme `- merkkiä.</a:t>
            </a:r>
          </a:p>
          <a:p>
            <a:r>
              <a:rPr lang="fi-FI" dirty="0"/>
              <a:t>Merkki tehdään </a:t>
            </a:r>
            <a:r>
              <a:rPr lang="fi-FI" dirty="0" err="1"/>
              <a:t>shift</a:t>
            </a:r>
            <a:r>
              <a:rPr lang="fi-FI" dirty="0"/>
              <a:t>-aksentti + välilyönti</a:t>
            </a:r>
          </a:p>
          <a:p>
            <a:pPr lvl="1"/>
            <a:r>
              <a:rPr lang="fi-FI" dirty="0"/>
              <a:t>Aksentti löytyy yleensä </a:t>
            </a:r>
            <a:r>
              <a:rPr lang="fi-FI" dirty="0" err="1"/>
              <a:t>backspacen</a:t>
            </a:r>
            <a:r>
              <a:rPr lang="fi-FI" dirty="0"/>
              <a:t> vasemmalta puolelta</a:t>
            </a:r>
          </a:p>
          <a:p>
            <a:r>
              <a:rPr lang="fi-FI" dirty="0"/>
              <a:t>Sen jälkeen kirjoitat </a:t>
            </a:r>
            <a:r>
              <a:rPr lang="fi-FI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mermaid</a:t>
            </a:r>
            <a:endParaRPr lang="fi-FI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dirty="0"/>
              <a:t>Sitten tulee varsinainen kaavion koodi</a:t>
            </a:r>
          </a:p>
          <a:p>
            <a:pPr lvl="1"/>
            <a:r>
              <a:rPr lang="fi-FI" dirty="0"/>
              <a:t>Entiteetit (tässä: ”jotain” ja ”muuta”)</a:t>
            </a:r>
          </a:p>
          <a:p>
            <a:pPr lvl="1"/>
            <a:r>
              <a:rPr lang="fi-FI" dirty="0"/>
              <a:t>Toiminnan tai suhteen nimi (tässä: ”ahaa”)</a:t>
            </a:r>
          </a:p>
          <a:p>
            <a:pPr lvl="1"/>
            <a:r>
              <a:rPr lang="fi-FI" dirty="0" err="1"/>
              <a:t>Kardinaliteetti</a:t>
            </a:r>
            <a:r>
              <a:rPr lang="fi-FI" dirty="0"/>
              <a:t> (tässä: ”</a:t>
            </a:r>
            <a:r>
              <a:rPr lang="fi-FI" b="1" dirty="0"/>
              <a:t>||--||</a:t>
            </a:r>
            <a:r>
              <a:rPr lang="fi-FI" dirty="0"/>
              <a:t>” eli ”yksi yhteen”) </a:t>
            </a:r>
          </a:p>
          <a:p>
            <a:r>
              <a:rPr lang="fi-FI" dirty="0"/>
              <a:t>Ja loppuun taas kolme aksenttia</a:t>
            </a:r>
          </a:p>
          <a:p>
            <a:endParaRPr lang="fi-FI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CF0D80F1-7021-4C5C-B8EA-B0E630B7146E}"/>
              </a:ext>
            </a:extLst>
          </p:cNvPr>
          <p:cNvSpPr txBox="1"/>
          <p:nvPr/>
        </p:nvSpPr>
        <p:spPr>
          <a:xfrm>
            <a:off x="7451550" y="3687891"/>
            <a:ext cx="36215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  <a:r>
              <a:rPr lang="fi-FI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mermaid</a:t>
            </a:r>
            <a:endParaRPr lang="fi-FI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erDiagram</a:t>
            </a:r>
            <a:endParaRPr lang="fi-FI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   jotain ||--|| muuta : "ahaa"</a:t>
            </a:r>
          </a:p>
          <a:p>
            <a:r>
              <a:rPr lang="fi-FI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```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B6420A4E-89D7-E50B-2427-8879FB09183A}"/>
              </a:ext>
            </a:extLst>
          </p:cNvPr>
          <p:cNvSpPr txBox="1"/>
          <p:nvPr/>
        </p:nvSpPr>
        <p:spPr>
          <a:xfrm>
            <a:off x="8124805" y="1690688"/>
            <a:ext cx="3380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Aksentti:</a:t>
            </a:r>
          </a:p>
        </p:txBody>
      </p:sp>
      <p:sp>
        <p:nvSpPr>
          <p:cNvPr id="7" name="Suorakulmio: Pyöristetyt kulmat 6">
            <a:extLst>
              <a:ext uri="{FF2B5EF4-FFF2-40B4-BE49-F238E27FC236}">
                <a16:creationId xmlns:a16="http://schemas.microsoft.com/office/drawing/2014/main" id="{D1F449E2-CFF0-D74A-D912-05ED58A80847}"/>
              </a:ext>
            </a:extLst>
          </p:cNvPr>
          <p:cNvSpPr/>
          <p:nvPr/>
        </p:nvSpPr>
        <p:spPr>
          <a:xfrm>
            <a:off x="7924281" y="2056953"/>
            <a:ext cx="1196686" cy="5834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i-FI" sz="2800" b="1" dirty="0"/>
              <a:t>↑</a:t>
            </a:r>
            <a:endParaRPr lang="fi-FI" b="1" dirty="0"/>
          </a:p>
        </p:txBody>
      </p:sp>
      <p:grpSp>
        <p:nvGrpSpPr>
          <p:cNvPr id="8" name="Ryhmä 7">
            <a:extLst>
              <a:ext uri="{FF2B5EF4-FFF2-40B4-BE49-F238E27FC236}">
                <a16:creationId xmlns:a16="http://schemas.microsoft.com/office/drawing/2014/main" id="{458EA546-64AA-93CA-7B25-0073FE2A25EC}"/>
              </a:ext>
            </a:extLst>
          </p:cNvPr>
          <p:cNvGrpSpPr/>
          <p:nvPr/>
        </p:nvGrpSpPr>
        <p:grpSpPr>
          <a:xfrm>
            <a:off x="9406361" y="2031679"/>
            <a:ext cx="655562" cy="617858"/>
            <a:chOff x="10940694" y="3403726"/>
            <a:chExt cx="655562" cy="617858"/>
          </a:xfrm>
        </p:grpSpPr>
        <p:sp>
          <p:nvSpPr>
            <p:cNvPr id="9" name="Suorakulmio: Pyöristetyt kulmat 8">
              <a:extLst>
                <a:ext uri="{FF2B5EF4-FFF2-40B4-BE49-F238E27FC236}">
                  <a16:creationId xmlns:a16="http://schemas.microsoft.com/office/drawing/2014/main" id="{EF8E0596-E885-BCB4-E457-A3DAD9812866}"/>
                </a:ext>
              </a:extLst>
            </p:cNvPr>
            <p:cNvSpPr/>
            <p:nvPr/>
          </p:nvSpPr>
          <p:spPr>
            <a:xfrm>
              <a:off x="10940694" y="3438124"/>
              <a:ext cx="655562" cy="5834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dirty="0"/>
            </a:p>
          </p:txBody>
        </p:sp>
        <p:sp>
          <p:nvSpPr>
            <p:cNvPr id="10" name="Tekstiruutu 9">
              <a:extLst>
                <a:ext uri="{FF2B5EF4-FFF2-40B4-BE49-F238E27FC236}">
                  <a16:creationId xmlns:a16="http://schemas.microsoft.com/office/drawing/2014/main" id="{E3647078-F7F4-0E57-8630-238AE501BCB3}"/>
                </a:ext>
              </a:extLst>
            </p:cNvPr>
            <p:cNvSpPr txBox="1"/>
            <p:nvPr/>
          </p:nvSpPr>
          <p:spPr>
            <a:xfrm>
              <a:off x="11100911" y="3403726"/>
              <a:ext cx="4106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i-FI" sz="3200" b="1" dirty="0">
                  <a:solidFill>
                    <a:schemeClr val="bg1"/>
                  </a:solidFill>
                </a:rPr>
                <a:t>`</a:t>
              </a:r>
            </a:p>
          </p:txBody>
        </p:sp>
      </p:grpSp>
      <p:sp>
        <p:nvSpPr>
          <p:cNvPr id="11" name="Suorakulmio: Pyöristetyt kulmat 10">
            <a:extLst>
              <a:ext uri="{FF2B5EF4-FFF2-40B4-BE49-F238E27FC236}">
                <a16:creationId xmlns:a16="http://schemas.microsoft.com/office/drawing/2014/main" id="{23E4B039-8196-5B20-1AE4-6A7F7A5D84AE}"/>
              </a:ext>
            </a:extLst>
          </p:cNvPr>
          <p:cNvSpPr/>
          <p:nvPr/>
        </p:nvSpPr>
        <p:spPr>
          <a:xfrm>
            <a:off x="10308441" y="2047829"/>
            <a:ext cx="1196686" cy="5834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i-FI" sz="2400" b="1" dirty="0" err="1"/>
              <a:t>space</a:t>
            </a:r>
            <a:endParaRPr lang="fi-FI" sz="1600" b="1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BB6221A7-C070-903F-043E-7F51213A342D}"/>
              </a:ext>
            </a:extLst>
          </p:cNvPr>
          <p:cNvSpPr txBox="1"/>
          <p:nvPr/>
        </p:nvSpPr>
        <p:spPr>
          <a:xfrm>
            <a:off x="9135134" y="219300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433691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1F3B3F4-0D93-6C36-23C6-F5607353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b="1" dirty="0"/>
              <a:t>Attribuutit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901A336-B44D-81C1-6C88-8CDDC6E15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90709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fi-FI" dirty="0"/>
              <a:t>Attribuutit lisätään vieressä</a:t>
            </a:r>
            <a:br>
              <a:rPr lang="fi-FI" dirty="0"/>
            </a:br>
            <a:r>
              <a:rPr lang="fi-FI" dirty="0"/>
              <a:t>näkyvällä koodilla:</a:t>
            </a:r>
          </a:p>
          <a:p>
            <a:pPr lvl="1"/>
            <a:r>
              <a:rPr lang="fi-FI" dirty="0"/>
              <a:t>Muista: </a:t>
            </a:r>
            <a:r>
              <a:rPr lang="fi-FI" dirty="0" err="1"/>
              <a:t>ERD:n</a:t>
            </a:r>
            <a:r>
              <a:rPr lang="fi-FI" dirty="0"/>
              <a:t> attribuutit</a:t>
            </a:r>
            <a:br>
              <a:rPr lang="fi-FI" dirty="0"/>
            </a:br>
            <a:r>
              <a:rPr lang="fi-FI" dirty="0"/>
              <a:t>ovat tietokannan taulun kenttiä</a:t>
            </a:r>
          </a:p>
          <a:p>
            <a:pPr marL="457200" lvl="1" indent="0">
              <a:buNone/>
            </a:pPr>
            <a:endParaRPr lang="fi-FI" dirty="0"/>
          </a:p>
          <a:p>
            <a:pPr lvl="0"/>
            <a:endParaRPr lang="fi-FI" dirty="0"/>
          </a:p>
          <a:p>
            <a:pPr lvl="0"/>
            <a:r>
              <a:rPr lang="fi-FI" dirty="0"/>
              <a:t>Monesti pääavain </a:t>
            </a:r>
            <a:br>
              <a:rPr lang="fi-FI" dirty="0"/>
            </a:br>
            <a:r>
              <a:rPr lang="fi-FI" dirty="0"/>
              <a:t>(</a:t>
            </a:r>
            <a:r>
              <a:rPr lang="fi-FI" dirty="0" err="1"/>
              <a:t>Primary</a:t>
            </a:r>
            <a:r>
              <a:rPr lang="fi-FI" dirty="0"/>
              <a:t> Key) merkitään </a:t>
            </a:r>
            <a:br>
              <a:rPr lang="fi-FI" dirty="0"/>
            </a:br>
            <a:r>
              <a:rPr lang="fi-FI" dirty="0"/>
              <a:t>tauluun kirjaimilla PK</a:t>
            </a:r>
          </a:p>
          <a:p>
            <a:pPr lvl="0"/>
            <a:endParaRPr lang="fi-FI" dirty="0"/>
          </a:p>
          <a:p>
            <a:pPr lvl="0"/>
            <a:r>
              <a:rPr lang="fi-FI" dirty="0"/>
              <a:t>Attribuuttien lyhenteet</a:t>
            </a:r>
            <a:br>
              <a:rPr lang="fi-FI" dirty="0"/>
            </a:br>
            <a:r>
              <a:rPr lang="fi-FI" dirty="0"/>
              <a:t>löydät materiaalin1. osasta</a:t>
            </a:r>
          </a:p>
          <a:p>
            <a:pPr lvl="0"/>
            <a:endParaRPr lang="fi-FI" dirty="0"/>
          </a:p>
          <a:p>
            <a:pPr lvl="0"/>
            <a:endParaRPr lang="fi-FI" dirty="0"/>
          </a:p>
        </p:txBody>
      </p:sp>
      <p:pic>
        <p:nvPicPr>
          <p:cNvPr id="4" name="Kuva 3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47A84858-8106-B53A-C738-FCAE8549BE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343"/>
          <a:stretch>
            <a:fillRect/>
          </a:stretch>
        </p:blipFill>
        <p:spPr>
          <a:xfrm>
            <a:off x="9628909" y="1686380"/>
            <a:ext cx="1914525" cy="2034352"/>
          </a:xfrm>
          <a:prstGeom prst="rect">
            <a:avLst/>
          </a:prstGeom>
        </p:spPr>
      </p:pic>
      <p:pic>
        <p:nvPicPr>
          <p:cNvPr id="10" name="Kuva 9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352F8509-41B8-126F-15FF-74046CB9E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115" y="1183452"/>
            <a:ext cx="2147020" cy="1904953"/>
          </a:xfrm>
          <a:prstGeom prst="rect">
            <a:avLst/>
          </a:prstGeom>
        </p:spPr>
      </p:pic>
      <p:pic>
        <p:nvPicPr>
          <p:cNvPr id="17" name="Kuva 16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B3342A7A-06AA-6261-752A-7838F3664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214" y="4107449"/>
            <a:ext cx="2474822" cy="1994791"/>
          </a:xfrm>
          <a:prstGeom prst="rect">
            <a:avLst/>
          </a:prstGeom>
        </p:spPr>
      </p:pic>
      <p:pic>
        <p:nvPicPr>
          <p:cNvPr id="19" name="Kuva 18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FC90A108-248E-CC65-5FF3-36DD0985E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9128" y="3855669"/>
            <a:ext cx="1954207" cy="172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3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66E6345-FE82-0AD5-4259-D2E0B4DC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i-FI" dirty="0"/>
              <a:t>Suhteiden merkitseminen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F745F8C-962F-DACD-08E9-6F6BC78B9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48675" cy="4351338"/>
          </a:xfrm>
        </p:spPr>
        <p:txBody>
          <a:bodyPr>
            <a:normAutofit/>
          </a:bodyPr>
          <a:lstStyle/>
          <a:p>
            <a:pPr lvl="0"/>
            <a:r>
              <a:rPr lang="fi-FI" dirty="0"/>
              <a:t>Tässä kohdassa on jätetty attribuutit eli kentät pois</a:t>
            </a:r>
          </a:p>
        </p:txBody>
      </p:sp>
      <p:pic>
        <p:nvPicPr>
          <p:cNvPr id="6" name="Kuva 5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521EBA87-FF76-1D5A-3AC2-30D777B91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88" y="2283893"/>
            <a:ext cx="1114187" cy="2674049"/>
          </a:xfrm>
          <a:prstGeom prst="rect">
            <a:avLst/>
          </a:prstGeom>
        </p:spPr>
      </p:pic>
      <p:sp>
        <p:nvSpPr>
          <p:cNvPr id="7" name="Tekstiruutu 6">
            <a:extLst>
              <a:ext uri="{FF2B5EF4-FFF2-40B4-BE49-F238E27FC236}">
                <a16:creationId xmlns:a16="http://schemas.microsoft.com/office/drawing/2014/main" id="{89EAD42A-B441-49B3-8A9C-561AFAB025D2}"/>
              </a:ext>
            </a:extLst>
          </p:cNvPr>
          <p:cNvSpPr txBox="1"/>
          <p:nvPr/>
        </p:nvSpPr>
        <p:spPr>
          <a:xfrm flipH="1">
            <a:off x="1047204" y="4957942"/>
            <a:ext cx="2265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Opettaja opettaa 0-M</a:t>
            </a:r>
            <a:r>
              <a:rPr lang="fi-FI" sz="1200" baseline="30000" dirty="0"/>
              <a:t>(1</a:t>
            </a:r>
            <a:r>
              <a:rPr lang="fi-FI" sz="1200" dirty="0"/>
              <a:t> kurssia</a:t>
            </a:r>
          </a:p>
          <a:p>
            <a:r>
              <a:rPr lang="fi-FI" sz="1200" dirty="0"/>
              <a:t>Joka kurssilla on 1 opettaja</a:t>
            </a:r>
          </a:p>
        </p:txBody>
      </p:sp>
      <p:pic>
        <p:nvPicPr>
          <p:cNvPr id="14" name="Kuva 13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563A1A0C-796B-0DF3-40B1-B16A86FB2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11" y="5416209"/>
            <a:ext cx="2137400" cy="539747"/>
          </a:xfrm>
          <a:prstGeom prst="rect">
            <a:avLst/>
          </a:prstGeom>
        </p:spPr>
      </p:pic>
      <p:pic>
        <p:nvPicPr>
          <p:cNvPr id="16" name="Kuva 15" descr="Kuva, joka sisältää kohteen teksti, Fontti, viiva, muotoilu&#10;&#10;Tekoälyllä luotu sisältö voi olla virheellistä.">
            <a:extLst>
              <a:ext uri="{FF2B5EF4-FFF2-40B4-BE49-F238E27FC236}">
                <a16:creationId xmlns:a16="http://schemas.microsoft.com/office/drawing/2014/main" id="{045A9DB5-E404-FCDB-67B8-BAC3C5B93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2971" y="2352738"/>
            <a:ext cx="1114186" cy="2536358"/>
          </a:xfrm>
          <a:prstGeom prst="rect">
            <a:avLst/>
          </a:prstGeom>
        </p:spPr>
      </p:pic>
      <p:sp>
        <p:nvSpPr>
          <p:cNvPr id="17" name="Tekstiruutu 16">
            <a:extLst>
              <a:ext uri="{FF2B5EF4-FFF2-40B4-BE49-F238E27FC236}">
                <a16:creationId xmlns:a16="http://schemas.microsoft.com/office/drawing/2014/main" id="{A249844B-6B0F-2F84-5275-50FA3C77468F}"/>
              </a:ext>
            </a:extLst>
          </p:cNvPr>
          <p:cNvSpPr txBox="1"/>
          <p:nvPr/>
        </p:nvSpPr>
        <p:spPr>
          <a:xfrm flipH="1">
            <a:off x="3904735" y="4957942"/>
            <a:ext cx="2435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Opiskelija opiskelee 0-M kurssilla</a:t>
            </a:r>
          </a:p>
          <a:p>
            <a:r>
              <a:rPr lang="fi-FI" sz="1200" dirty="0"/>
              <a:t>Joka kurssilla on 0-M opiskelijaa</a:t>
            </a:r>
          </a:p>
        </p:txBody>
      </p:sp>
      <p:sp>
        <p:nvSpPr>
          <p:cNvPr id="19" name="Tekstiruutu 18">
            <a:extLst>
              <a:ext uri="{FF2B5EF4-FFF2-40B4-BE49-F238E27FC236}">
                <a16:creationId xmlns:a16="http://schemas.microsoft.com/office/drawing/2014/main" id="{C003376D-F1AB-E79C-BDCF-7365AD2FB978}"/>
              </a:ext>
            </a:extLst>
          </p:cNvPr>
          <p:cNvSpPr txBox="1"/>
          <p:nvPr/>
        </p:nvSpPr>
        <p:spPr>
          <a:xfrm flipH="1">
            <a:off x="6340376" y="4954544"/>
            <a:ext cx="2435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Opiskelija opiskelee 0-M kurssilla</a:t>
            </a:r>
          </a:p>
          <a:p>
            <a:r>
              <a:rPr lang="fi-FI" sz="1200" dirty="0"/>
              <a:t>Joka kurssilla on 1-M opiskelijaa</a:t>
            </a:r>
            <a:br>
              <a:rPr lang="fi-FI" sz="1200" dirty="0"/>
            </a:br>
            <a:r>
              <a:rPr lang="fi-FI" sz="1200" dirty="0"/>
              <a:t>(kurssia ei perusteta, ellei siellä ole</a:t>
            </a:r>
          </a:p>
          <a:p>
            <a:r>
              <a:rPr lang="fi-FI" sz="1200" dirty="0"/>
              <a:t>Yhtään opiskelijaa)</a:t>
            </a:r>
          </a:p>
        </p:txBody>
      </p:sp>
      <p:pic>
        <p:nvPicPr>
          <p:cNvPr id="23" name="Kuva 22" descr="Kuva, joka sisältää kohteen teksti, Fontti, kuvakaappaus, viiva&#10;&#10;Tekoälyllä luotu sisältö voi olla virheellistä.">
            <a:extLst>
              <a:ext uri="{FF2B5EF4-FFF2-40B4-BE49-F238E27FC236}">
                <a16:creationId xmlns:a16="http://schemas.microsoft.com/office/drawing/2014/main" id="{BA7A8C93-8CFB-64E7-26C3-04F2D077C0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376" y="2352738"/>
            <a:ext cx="1114186" cy="2500340"/>
          </a:xfrm>
          <a:prstGeom prst="rect">
            <a:avLst/>
          </a:prstGeom>
        </p:spPr>
      </p:pic>
      <p:sp>
        <p:nvSpPr>
          <p:cNvPr id="24" name="Tekstiruutu 23">
            <a:extLst>
              <a:ext uri="{FF2B5EF4-FFF2-40B4-BE49-F238E27FC236}">
                <a16:creationId xmlns:a16="http://schemas.microsoft.com/office/drawing/2014/main" id="{C4815256-5190-E142-9755-D964C5D28D19}"/>
              </a:ext>
            </a:extLst>
          </p:cNvPr>
          <p:cNvSpPr txBox="1"/>
          <p:nvPr/>
        </p:nvSpPr>
        <p:spPr>
          <a:xfrm flipH="1">
            <a:off x="1047202" y="6214305"/>
            <a:ext cx="9604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1) M: </a:t>
            </a:r>
            <a:r>
              <a:rPr lang="fi-FI" sz="1200" dirty="0" err="1"/>
              <a:t>many</a:t>
            </a:r>
            <a:r>
              <a:rPr lang="fi-FI" sz="1200" dirty="0"/>
              <a:t>, monta. 0-M: ei yhtään tai sitten niin paljon kuin mahdollista. Lukumäärä, joka on 0 tai suurempi</a:t>
            </a:r>
          </a:p>
        </p:txBody>
      </p:sp>
    </p:spTree>
    <p:extLst>
      <p:ext uri="{BB962C8B-B14F-4D97-AF65-F5344CB8AC3E}">
        <p14:creationId xmlns:p14="http://schemas.microsoft.com/office/powerpoint/2010/main" val="166072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4DBCF37-87D8-B5C7-655E-EFB185C0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Miten luet </a:t>
            </a:r>
            <a:r>
              <a:rPr lang="fi-FI" dirty="0" err="1"/>
              <a:t>ERD:tä</a:t>
            </a:r>
            <a:r>
              <a:rPr lang="fi-FI" dirty="0"/>
              <a:t>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84FD966-0261-6BBD-01F0-567B69AE5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79011" cy="4351338"/>
          </a:xfrm>
        </p:spPr>
        <p:txBody>
          <a:bodyPr>
            <a:normAutofit lnSpcReduction="10000"/>
          </a:bodyPr>
          <a:lstStyle/>
          <a:p>
            <a:r>
              <a:rPr lang="fi-FI" dirty="0" err="1"/>
              <a:t>ERD:n</a:t>
            </a:r>
            <a:r>
              <a:rPr lang="fi-FI" dirty="0"/>
              <a:t> </a:t>
            </a:r>
            <a:r>
              <a:rPr lang="fi-FI" dirty="0" err="1"/>
              <a:t>kardinaliteetti</a:t>
            </a:r>
            <a:r>
              <a:rPr lang="fi-FI" dirty="0"/>
              <a:t> kirjoitetaan sen entiteetin viereen, jota se kuvaa</a:t>
            </a:r>
          </a:p>
          <a:p>
            <a:r>
              <a:rPr lang="fi-FI" dirty="0"/>
              <a:t>Katso oikealla olevaa kuvaa: </a:t>
            </a:r>
          </a:p>
          <a:p>
            <a:pPr lvl="1"/>
            <a:r>
              <a:rPr lang="fi-FI" dirty="0"/>
              <a:t>Kurssin puolella on ”variksen varpaat ja nolla”:</a:t>
            </a:r>
          </a:p>
          <a:p>
            <a:pPr lvl="2"/>
            <a:r>
              <a:rPr lang="fi-FI" dirty="0"/>
              <a:t>Kun mietitään opettajan toimintaa, lähdetään opettajan puolelta (ylhäältä):</a:t>
            </a:r>
          </a:p>
          <a:p>
            <a:pPr lvl="2"/>
            <a:r>
              <a:rPr lang="fi-FI" dirty="0"/>
              <a:t>Opettaja - opettaa  - 0-M - Kurssi(</a:t>
            </a:r>
            <a:r>
              <a:rPr lang="fi-FI" dirty="0" err="1"/>
              <a:t>lla</a:t>
            </a:r>
            <a:r>
              <a:rPr lang="fi-FI" dirty="0"/>
              <a:t>). </a:t>
            </a:r>
          </a:p>
          <a:p>
            <a:pPr lvl="3"/>
            <a:r>
              <a:rPr lang="fi-FI" dirty="0"/>
              <a:t>Opettaja ei välttämättä opeta yhdelläkään kurssilla.</a:t>
            </a:r>
          </a:p>
          <a:p>
            <a:pPr lvl="2"/>
            <a:r>
              <a:rPr lang="fi-FI" dirty="0"/>
              <a:t>Kurssin toimintaa mietittäessä lähdetään alhaalta:</a:t>
            </a:r>
          </a:p>
          <a:p>
            <a:pPr lvl="3"/>
            <a:r>
              <a:rPr lang="fi-FI" dirty="0"/>
              <a:t>Kurssi(</a:t>
            </a:r>
            <a:r>
              <a:rPr lang="fi-FI" dirty="0" err="1"/>
              <a:t>lla</a:t>
            </a:r>
            <a:r>
              <a:rPr lang="fi-FI" dirty="0"/>
              <a:t>) – opettaa – 1 ja vain 1 opettaja</a:t>
            </a:r>
          </a:p>
          <a:p>
            <a:pPr lvl="1"/>
            <a:r>
              <a:rPr lang="fi-FI" dirty="0"/>
              <a:t>Tämä kirjoitetaan </a:t>
            </a:r>
            <a:r>
              <a:rPr lang="fi-FI" dirty="0" err="1"/>
              <a:t>Mermaidilla</a:t>
            </a:r>
            <a:r>
              <a:rPr lang="fi-FI" dirty="0"/>
              <a:t>:</a:t>
            </a:r>
          </a:p>
          <a:p>
            <a:pPr lvl="2"/>
            <a:r>
              <a:rPr lang="fi-FI" dirty="0">
                <a:latin typeface="Courier New" panose="02070309020205020404" pitchFamily="49" charset="0"/>
                <a:cs typeface="Courier New" panose="02070309020205020404" pitchFamily="49" charset="0"/>
              </a:rPr>
              <a:t>Opettaja ||--o{ Kurssi : "opettaa”</a:t>
            </a:r>
          </a:p>
        </p:txBody>
      </p:sp>
      <p:pic>
        <p:nvPicPr>
          <p:cNvPr id="4" name="Kuva 3" descr="Kuva, joka sisältää kohteen teksti, kuvakaappaus, Fontti, viiva&#10;&#10;Tekoälyllä luotu sisältö voi olla virheellistä.">
            <a:extLst>
              <a:ext uri="{FF2B5EF4-FFF2-40B4-BE49-F238E27FC236}">
                <a16:creationId xmlns:a16="http://schemas.microsoft.com/office/drawing/2014/main" id="{F5059C0B-3639-8DFA-A714-D6767BF9F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613" y="1825625"/>
            <a:ext cx="1114187" cy="267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31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058D47B-A709-6E19-45FB-957AE4F5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Lisää </a:t>
            </a:r>
            <a:r>
              <a:rPr lang="fi-FI" dirty="0" err="1"/>
              <a:t>ERD:tä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E0F0224-122F-FD80-9A15-D3F2CE38C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/>
              <a:t>Tässä </a:t>
            </a:r>
            <a:r>
              <a:rPr lang="fi-FI" dirty="0" err="1"/>
              <a:t>kardinaliteettien</a:t>
            </a:r>
            <a:r>
              <a:rPr lang="fi-FI" dirty="0"/>
              <a:t> merkinnät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r>
              <a:rPr lang="fi-FI" dirty="0"/>
              <a:t>Seuraavalla sivulla vastaavasti suhteiden merkinnät:</a:t>
            </a:r>
          </a:p>
        </p:txBody>
      </p:sp>
      <p:pic>
        <p:nvPicPr>
          <p:cNvPr id="6" name="Kuva 5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4E725A33-5514-AE3B-F23E-60D291087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82" y="2359849"/>
            <a:ext cx="6258961" cy="316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64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95926-9F98-3B76-CC83-BCD57F18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A0FD4CE-D74B-93CA-DD71-8FC440F8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Lisää </a:t>
            </a:r>
            <a:r>
              <a:rPr lang="fi-FI" dirty="0" err="1"/>
              <a:t>ERD:tä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7C6D9C6-13B5-DE5F-2C5F-E62E82531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Tässä suhteiden merkinnät</a:t>
            </a:r>
          </a:p>
          <a:p>
            <a:pPr lvl="1"/>
            <a:r>
              <a:rPr lang="fi-FI"/>
              <a:t>Selitys luetaan vasemmalta </a:t>
            </a:r>
            <a:r>
              <a:rPr lang="fi-FI" dirty="0"/>
              <a:t>oikealle</a:t>
            </a:r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endParaRPr lang="fi-FI" dirty="0"/>
          </a:p>
          <a:p>
            <a:pPr marL="0" indent="0">
              <a:buNone/>
            </a:pPr>
            <a:endParaRPr lang="fi-FI" dirty="0"/>
          </a:p>
        </p:txBody>
      </p:sp>
      <p:pic>
        <p:nvPicPr>
          <p:cNvPr id="5" name="Kuva 4" descr="Kuva, joka sisältää kohteen teksti, kuvakaappaus, Fontti, numero&#10;&#10;Tekoälyllä luotu sisältö voi olla virheellistä.">
            <a:extLst>
              <a:ext uri="{FF2B5EF4-FFF2-40B4-BE49-F238E27FC236}">
                <a16:creationId xmlns:a16="http://schemas.microsoft.com/office/drawing/2014/main" id="{42DDA14E-9DE7-C31A-189B-46B4CACAA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021" y="3006552"/>
            <a:ext cx="5560541" cy="340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9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fce65e3-c62d-4510-b526-ea15adf6e184}" enabled="0" method="" siteId="{8fce65e3-c62d-4510-b526-ea15adf6e18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4537</TotalTime>
  <Words>707</Words>
  <Application>Microsoft Office PowerPoint</Application>
  <PresentationFormat>Laajakuva</PresentationFormat>
  <Paragraphs>133</Paragraphs>
  <Slides>10</Slides>
  <Notes>4</Notes>
  <HiddenSlides>0</HiddenSlides>
  <MMClips>0</MMClips>
  <ScaleCrop>false</ScaleCrop>
  <HeadingPairs>
    <vt:vector size="6" baseType="variant">
      <vt:variant>
        <vt:lpstr>Käytetyt fontit</vt:lpstr>
      </vt:variant>
      <vt:variant>
        <vt:i4>5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Wingdings</vt:lpstr>
      <vt:lpstr>Office-teema</vt:lpstr>
      <vt:lpstr>ERD- kaaviot</vt:lpstr>
      <vt:lpstr>ERD:n tekeminen VSC:lla</vt:lpstr>
      <vt:lpstr>Työkaluna Mermaid VSCodessa</vt:lpstr>
      <vt:lpstr>Kertaus: ERD:llä voidaan kuvata tietokannan osia ja osien välisiä suhteita (”relaatioita”)</vt:lpstr>
      <vt:lpstr>Katsotaan tarkemmin</vt:lpstr>
      <vt:lpstr>Attribuutit</vt:lpstr>
      <vt:lpstr>Suhteiden merkitseminen</vt:lpstr>
      <vt:lpstr>Miten luet ERD:tä?</vt:lpstr>
      <vt:lpstr>Lisää ERD:tä</vt:lpstr>
      <vt:lpstr>Lisää ERD:tä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Antti P.</dc:creator>
  <cp:lastModifiedBy>Antti Perttunen</cp:lastModifiedBy>
  <cp:revision>11</cp:revision>
  <cp:lastPrinted>2025-12-19T07:52:12Z</cp:lastPrinted>
  <dcterms:created xsi:type="dcterms:W3CDTF">2025-12-18T12:30:07Z</dcterms:created>
  <dcterms:modified xsi:type="dcterms:W3CDTF">2026-01-28T14:50:32Z</dcterms:modified>
</cp:coreProperties>
</file>